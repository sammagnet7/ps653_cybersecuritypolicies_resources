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Instrument Sans SemiBold"/>
      <p:regular r:id="rId26"/>
      <p:bold r:id="rId27"/>
      <p:italic r:id="rId28"/>
      <p:boldItalic r:id="rId29"/>
    </p:embeddedFont>
    <p:embeddedFont>
      <p:font typeface="Instrument Sans"/>
      <p:regular r:id="rId30"/>
      <p:bold r:id="rId31"/>
      <p:italic r:id="rId32"/>
      <p:boldItalic r:id="rId33"/>
    </p:embeddedFont>
    <p:embeddedFont>
      <p:font typeface="Average"/>
      <p:regular r:id="rId34"/>
    </p:embeddedFont>
    <p:embeddedFont>
      <p:font typeface="Albert Sans"/>
      <p:regular r:id="rId35"/>
      <p:bold r:id="rId36"/>
      <p:italic r:id="rId37"/>
      <p:boldItalic r:id="rId38"/>
    </p:embeddedFont>
    <p:embeddedFont>
      <p:font typeface="Oswald"/>
      <p:regular r:id="rId39"/>
      <p:bold r:id="rId40"/>
    </p:embeddedFont>
    <p:embeddedFont>
      <p:font typeface="Nanum Myeongjo"/>
      <p:regular r:id="rId41"/>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Soumik Dutt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swald-bold.fntdata"/><Relationship Id="rId42" Type="http://schemas.openxmlformats.org/officeDocument/2006/relationships/font" Target="fonts/NanumMyeongjo-bold.fntdata"/><Relationship Id="rId41" Type="http://schemas.openxmlformats.org/officeDocument/2006/relationships/font" Target="fonts/NanumMyeongj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strumentSans-bold.fntdata"/><Relationship Id="rId30" Type="http://schemas.openxmlformats.org/officeDocument/2006/relationships/font" Target="fonts/InstrumentSans-regular.fntdata"/><Relationship Id="rId33" Type="http://schemas.openxmlformats.org/officeDocument/2006/relationships/font" Target="fonts/InstrumentSans-boldItalic.fntdata"/><Relationship Id="rId32" Type="http://schemas.openxmlformats.org/officeDocument/2006/relationships/font" Target="fonts/InstrumentSans-italic.fntdata"/><Relationship Id="rId35" Type="http://schemas.openxmlformats.org/officeDocument/2006/relationships/font" Target="fonts/AlbertSans-regular.fntdata"/><Relationship Id="rId34" Type="http://schemas.openxmlformats.org/officeDocument/2006/relationships/font" Target="fonts/Average-regular.fntdata"/><Relationship Id="rId37" Type="http://schemas.openxmlformats.org/officeDocument/2006/relationships/font" Target="fonts/AlbertSans-italic.fntdata"/><Relationship Id="rId36" Type="http://schemas.openxmlformats.org/officeDocument/2006/relationships/font" Target="fonts/AlbertSans-bold.fntdata"/><Relationship Id="rId39" Type="http://schemas.openxmlformats.org/officeDocument/2006/relationships/font" Target="fonts/Oswald-regular.fntdata"/><Relationship Id="rId38" Type="http://schemas.openxmlformats.org/officeDocument/2006/relationships/font" Target="fonts/AlbertSans-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font" Target="fonts/InstrumentSansSemiBold-regular.fntdata"/><Relationship Id="rId25" Type="http://schemas.openxmlformats.org/officeDocument/2006/relationships/slide" Target="slides/slide19.xml"/><Relationship Id="rId28" Type="http://schemas.openxmlformats.org/officeDocument/2006/relationships/font" Target="fonts/InstrumentSansSemiBold-italic.fntdata"/><Relationship Id="rId27" Type="http://schemas.openxmlformats.org/officeDocument/2006/relationships/font" Target="fonts/InstrumentSansSemiBold-bold.fntdata"/><Relationship Id="rId29" Type="http://schemas.openxmlformats.org/officeDocument/2006/relationships/font" Target="fonts/InstrumentSansSemiBold-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10T18:27:30.858">
    <p:pos x="144" y="570"/>
    <p:text>Indian Cyber Crime Coordination Centre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4-10T18:30:15.635">
    <p:pos x="144" y="570"/>
    <p:text>General Data Protection Regulation</p:text>
  </p:cm>
  <p:cm authorId="0" idx="3" dt="2026-04-10T18:31:18.825">
    <p:pos x="144" y="670"/>
    <p:text>Small and Medium-sized Enterprises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ddfc963a9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ddfc963a9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de32653481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de3265348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de32653481_0_7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de32653481_0_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de32653481_0_10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de32653481_0_1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de32653481_0_10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de32653481_0_10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de32653481_0_10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de32653481_0_10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de32653481_0_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de32653481_0_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de3265348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de3265348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de3704ad24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de3704ad24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de3704ad24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de3704ad24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de3704ad24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de3704ad24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de3704ad24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de3704ad24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de32653481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de32653481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de32653481_0_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de32653481_0_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Policies may exist, but citizen adoption and behavior change will be slow and uneven.</a:t>
            </a:r>
            <a:br>
              <a:rPr lang="en"/>
            </a:br>
            <a:r>
              <a:rPr lang="en"/>
              <a:t>Complex policies, very difficult to follow for first time users, who don’t know their way around tech etc.</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de3704ad24_3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3de3704ad24_3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India’s scale makes enforcement difficult across telecom, banking, platforms, schools, and government systems.</a:t>
            </a:r>
            <a:br>
              <a:rPr lang="en"/>
            </a:br>
            <a:r>
              <a:rPr lang="en"/>
              <a:t>Even good policies can fail if institutions do not have the capacity to implement and monitor them consistently.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de3704ad24_3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de3704ad24_3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India must balance stronger cybersecurity with affordability, privacy, and practical enforcement.</a:t>
            </a:r>
            <a:endParaRPr/>
          </a:p>
          <a:p>
            <a:pPr indent="0" lvl="0" marL="0" rtl="0" algn="l">
              <a:spcBef>
                <a:spcPts val="0"/>
              </a:spcBef>
              <a:spcAft>
                <a:spcPts val="0"/>
              </a:spcAft>
              <a:buNone/>
            </a:pPr>
            <a:r>
              <a:rPr lang="en"/>
              <a:t>The real challenge is designing policies that are secure, affordable, enforceable, and rights-respecting at the same time.</a:t>
            </a:r>
            <a:endParaRPr/>
          </a:p>
          <a:p>
            <a:pPr indent="0" lvl="0" marL="0" rtl="0" algn="l">
              <a:spcBef>
                <a:spcPts val="0"/>
              </a:spcBef>
              <a:spcAft>
                <a:spcPts val="0"/>
              </a:spcAft>
              <a:buNone/>
            </a:pPr>
            <a:r>
              <a:rPr lang="en"/>
              <a:t>Privacy vs Protection</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de3704ad24_3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de3704ad24_3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real challenge is designing policies that are secure, affordable, enforceable, and rights-respecting at the same time.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de32653481_0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de32653481_0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de32653481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de32653481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spTree>
      <p:nvGrpSpPr>
        <p:cNvPr id="8" name="Shape 8"/>
        <p:cNvGrpSpPr/>
        <p:nvPr/>
      </p:nvGrpSpPr>
      <p:grpSpPr>
        <a:xfrm>
          <a:off x="0" y="0"/>
          <a:ext cx="0" cy="0"/>
          <a:chOff x="0" y="0"/>
          <a:chExt cx="0" cy="0"/>
        </a:xfrm>
      </p:grpSpPr>
      <p:sp>
        <p:nvSpPr>
          <p:cNvPr id="9" name="Google Shape;9;p2"/>
          <p:cNvSpPr/>
          <p:nvPr>
            <p:ph idx="2" type="pic"/>
          </p:nvPr>
        </p:nvSpPr>
        <p:spPr>
          <a:xfrm>
            <a:off x="8596800" y="223475"/>
            <a:ext cx="318600" cy="318600"/>
          </a:xfrm>
          <a:prstGeom prst="ellipse">
            <a:avLst/>
          </a:prstGeom>
          <a:noFill/>
          <a:ln>
            <a:noFill/>
          </a:ln>
        </p:spPr>
      </p:sp>
      <p:sp>
        <p:nvSpPr>
          <p:cNvPr id="10" name="Google Shape;10;p2"/>
          <p:cNvSpPr txBox="1"/>
          <p:nvPr>
            <p:ph type="title"/>
          </p:nvPr>
        </p:nvSpPr>
        <p:spPr>
          <a:xfrm>
            <a:off x="3780304" y="889050"/>
            <a:ext cx="4446900" cy="1866000"/>
          </a:xfrm>
          <a:prstGeom prst="rect">
            <a:avLst/>
          </a:prstGeom>
        </p:spPr>
        <p:txBody>
          <a:bodyPr anchorCtr="0" anchor="t" bIns="91425" lIns="91425" spcFirstLastPara="1" rIns="91425" wrap="square" tIns="91425">
            <a:noAutofit/>
          </a:bodyPr>
          <a:lstStyle>
            <a:lvl1pPr lvl="0">
              <a:lnSpc>
                <a:spcPct val="86000"/>
              </a:lnSpc>
              <a:spcBef>
                <a:spcPts val="0"/>
              </a:spcBef>
              <a:spcAft>
                <a:spcPts val="0"/>
              </a:spcAft>
              <a:buSzPts val="7200"/>
              <a:buFont typeface="Nanum Myeongjo"/>
              <a:buNone/>
              <a:defRPr sz="7200"/>
            </a:lvl1pPr>
            <a:lvl2pPr lvl="1">
              <a:lnSpc>
                <a:spcPct val="86000"/>
              </a:lnSpc>
              <a:spcBef>
                <a:spcPts val="0"/>
              </a:spcBef>
              <a:spcAft>
                <a:spcPts val="0"/>
              </a:spcAft>
              <a:buSzPts val="1400"/>
              <a:buNone/>
              <a:defRPr/>
            </a:lvl2pPr>
            <a:lvl3pPr lvl="2">
              <a:lnSpc>
                <a:spcPct val="86000"/>
              </a:lnSpc>
              <a:spcBef>
                <a:spcPts val="0"/>
              </a:spcBef>
              <a:spcAft>
                <a:spcPts val="0"/>
              </a:spcAft>
              <a:buSzPts val="1400"/>
              <a:buNone/>
              <a:defRPr/>
            </a:lvl3pPr>
            <a:lvl4pPr lvl="3">
              <a:lnSpc>
                <a:spcPct val="86000"/>
              </a:lnSpc>
              <a:spcBef>
                <a:spcPts val="0"/>
              </a:spcBef>
              <a:spcAft>
                <a:spcPts val="0"/>
              </a:spcAft>
              <a:buSzPts val="1400"/>
              <a:buNone/>
              <a:defRPr/>
            </a:lvl4pPr>
            <a:lvl5pPr lvl="4">
              <a:lnSpc>
                <a:spcPct val="86000"/>
              </a:lnSpc>
              <a:spcBef>
                <a:spcPts val="0"/>
              </a:spcBef>
              <a:spcAft>
                <a:spcPts val="0"/>
              </a:spcAft>
              <a:buSzPts val="1400"/>
              <a:buNone/>
              <a:defRPr/>
            </a:lvl5pPr>
            <a:lvl6pPr lvl="5">
              <a:lnSpc>
                <a:spcPct val="86000"/>
              </a:lnSpc>
              <a:spcBef>
                <a:spcPts val="0"/>
              </a:spcBef>
              <a:spcAft>
                <a:spcPts val="0"/>
              </a:spcAft>
              <a:buSzPts val="1400"/>
              <a:buNone/>
              <a:defRPr/>
            </a:lvl6pPr>
            <a:lvl7pPr lvl="6">
              <a:lnSpc>
                <a:spcPct val="86000"/>
              </a:lnSpc>
              <a:spcBef>
                <a:spcPts val="0"/>
              </a:spcBef>
              <a:spcAft>
                <a:spcPts val="0"/>
              </a:spcAft>
              <a:buSzPts val="1400"/>
              <a:buNone/>
              <a:defRPr/>
            </a:lvl7pPr>
            <a:lvl8pPr lvl="7">
              <a:lnSpc>
                <a:spcPct val="86000"/>
              </a:lnSpc>
              <a:spcBef>
                <a:spcPts val="0"/>
              </a:spcBef>
              <a:spcAft>
                <a:spcPts val="0"/>
              </a:spcAft>
              <a:buSzPts val="1400"/>
              <a:buNone/>
              <a:defRPr/>
            </a:lvl8pPr>
            <a:lvl9pPr lvl="8">
              <a:lnSpc>
                <a:spcPct val="86000"/>
              </a:lnSpc>
              <a:spcBef>
                <a:spcPts val="0"/>
              </a:spcBef>
              <a:spcAft>
                <a:spcPts val="0"/>
              </a:spcAft>
              <a:buSzPts val="1400"/>
              <a:buNone/>
              <a:defRPr/>
            </a:lvl9pPr>
          </a:lstStyle>
          <a:p/>
        </p:txBody>
      </p:sp>
      <p:sp>
        <p:nvSpPr>
          <p:cNvPr id="11" name="Google Shape;11;p2"/>
          <p:cNvSpPr txBox="1"/>
          <p:nvPr>
            <p:ph idx="3" type="title"/>
          </p:nvPr>
        </p:nvSpPr>
        <p:spPr>
          <a:xfrm>
            <a:off x="3821131" y="380700"/>
            <a:ext cx="2743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Albert Sans"/>
              <a:buNone/>
              <a:defRPr b="1" sz="1400">
                <a:solidFill>
                  <a:schemeClr val="lt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2"/>
          <p:cNvSpPr txBox="1"/>
          <p:nvPr>
            <p:ph idx="1" type="subTitle"/>
          </p:nvPr>
        </p:nvSpPr>
        <p:spPr>
          <a:xfrm>
            <a:off x="3829943" y="4016050"/>
            <a:ext cx="1309200" cy="9039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b="0" sz="1000"/>
            </a:lvl1pPr>
            <a:lvl2pPr lvl="1">
              <a:spcBef>
                <a:spcPts val="0"/>
              </a:spcBef>
              <a:spcAft>
                <a:spcPts val="0"/>
              </a:spcAft>
              <a:buSzPts val="1400"/>
              <a:buNone/>
              <a:defRPr b="0"/>
            </a:lvl2pPr>
            <a:lvl3pPr lvl="2">
              <a:spcBef>
                <a:spcPts val="0"/>
              </a:spcBef>
              <a:spcAft>
                <a:spcPts val="0"/>
              </a:spcAft>
              <a:buSzPts val="1400"/>
              <a:buNone/>
              <a:defRPr b="0"/>
            </a:lvl3pPr>
            <a:lvl4pPr lvl="3">
              <a:spcBef>
                <a:spcPts val="0"/>
              </a:spcBef>
              <a:spcAft>
                <a:spcPts val="0"/>
              </a:spcAft>
              <a:buSzPts val="1400"/>
              <a:buNone/>
              <a:defRPr b="0"/>
            </a:lvl4pPr>
            <a:lvl5pPr lvl="4">
              <a:spcBef>
                <a:spcPts val="0"/>
              </a:spcBef>
              <a:spcAft>
                <a:spcPts val="0"/>
              </a:spcAft>
              <a:buSzPts val="1400"/>
              <a:buNone/>
              <a:defRPr b="0"/>
            </a:lvl5pPr>
            <a:lvl6pPr lvl="5">
              <a:spcBef>
                <a:spcPts val="0"/>
              </a:spcBef>
              <a:spcAft>
                <a:spcPts val="0"/>
              </a:spcAft>
              <a:buSzPts val="1400"/>
              <a:buNone/>
              <a:defRPr b="0"/>
            </a:lvl6pPr>
            <a:lvl7pPr lvl="6">
              <a:spcBef>
                <a:spcPts val="0"/>
              </a:spcBef>
              <a:spcAft>
                <a:spcPts val="0"/>
              </a:spcAft>
              <a:buSzPts val="1400"/>
              <a:buNone/>
              <a:defRPr b="0"/>
            </a:lvl7pPr>
            <a:lvl8pPr lvl="7">
              <a:spcBef>
                <a:spcPts val="0"/>
              </a:spcBef>
              <a:spcAft>
                <a:spcPts val="0"/>
              </a:spcAft>
              <a:buSzPts val="1400"/>
              <a:buNone/>
              <a:defRPr b="0"/>
            </a:lvl8pPr>
            <a:lvl9pPr lvl="8">
              <a:spcBef>
                <a:spcPts val="0"/>
              </a:spcBef>
              <a:spcAft>
                <a:spcPts val="0"/>
              </a:spcAft>
              <a:buSzPts val="1400"/>
              <a:buNone/>
              <a:defRPr b="0"/>
            </a:lvl9pPr>
          </a:lstStyle>
          <a:p/>
        </p:txBody>
      </p:sp>
      <p:sp>
        <p:nvSpPr>
          <p:cNvPr id="13" name="Google Shape;13;p2"/>
          <p:cNvSpPr txBox="1"/>
          <p:nvPr>
            <p:ph idx="4" type="subTitle"/>
          </p:nvPr>
        </p:nvSpPr>
        <p:spPr>
          <a:xfrm>
            <a:off x="5258968" y="4016050"/>
            <a:ext cx="1309200" cy="9039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b="0" sz="1000"/>
            </a:lvl1pPr>
            <a:lvl2pPr lvl="1">
              <a:spcBef>
                <a:spcPts val="0"/>
              </a:spcBef>
              <a:spcAft>
                <a:spcPts val="0"/>
              </a:spcAft>
              <a:buSzPts val="1400"/>
              <a:buNone/>
              <a:defRPr b="0"/>
            </a:lvl2pPr>
            <a:lvl3pPr lvl="2">
              <a:spcBef>
                <a:spcPts val="0"/>
              </a:spcBef>
              <a:spcAft>
                <a:spcPts val="0"/>
              </a:spcAft>
              <a:buSzPts val="1400"/>
              <a:buNone/>
              <a:defRPr b="0"/>
            </a:lvl3pPr>
            <a:lvl4pPr lvl="3">
              <a:spcBef>
                <a:spcPts val="0"/>
              </a:spcBef>
              <a:spcAft>
                <a:spcPts val="0"/>
              </a:spcAft>
              <a:buSzPts val="1400"/>
              <a:buNone/>
              <a:defRPr b="0"/>
            </a:lvl4pPr>
            <a:lvl5pPr lvl="4">
              <a:spcBef>
                <a:spcPts val="0"/>
              </a:spcBef>
              <a:spcAft>
                <a:spcPts val="0"/>
              </a:spcAft>
              <a:buSzPts val="1400"/>
              <a:buNone/>
              <a:defRPr b="0"/>
            </a:lvl5pPr>
            <a:lvl6pPr lvl="5">
              <a:spcBef>
                <a:spcPts val="0"/>
              </a:spcBef>
              <a:spcAft>
                <a:spcPts val="0"/>
              </a:spcAft>
              <a:buSzPts val="1400"/>
              <a:buNone/>
              <a:defRPr b="0"/>
            </a:lvl6pPr>
            <a:lvl7pPr lvl="6">
              <a:spcBef>
                <a:spcPts val="0"/>
              </a:spcBef>
              <a:spcAft>
                <a:spcPts val="0"/>
              </a:spcAft>
              <a:buSzPts val="1400"/>
              <a:buNone/>
              <a:defRPr b="0"/>
            </a:lvl7pPr>
            <a:lvl8pPr lvl="7">
              <a:spcBef>
                <a:spcPts val="0"/>
              </a:spcBef>
              <a:spcAft>
                <a:spcPts val="0"/>
              </a:spcAft>
              <a:buSzPts val="1400"/>
              <a:buNone/>
              <a:defRPr b="0"/>
            </a:lvl8pPr>
            <a:lvl9pPr lvl="8">
              <a:spcBef>
                <a:spcPts val="0"/>
              </a:spcBef>
              <a:spcAft>
                <a:spcPts val="0"/>
              </a:spcAft>
              <a:buSzPts val="1400"/>
              <a:buNone/>
              <a:defRPr b="0"/>
            </a:lvl9pPr>
          </a:lstStyle>
          <a:p/>
        </p:txBody>
      </p:sp>
      <p:sp>
        <p:nvSpPr>
          <p:cNvPr id="14" name="Google Shape;14;p2"/>
          <p:cNvSpPr/>
          <p:nvPr>
            <p:ph idx="5" type="pic"/>
          </p:nvPr>
        </p:nvSpPr>
        <p:spPr>
          <a:xfrm>
            <a:off x="228600" y="223475"/>
            <a:ext cx="2857200" cy="2348100"/>
          </a:xfrm>
          <a:prstGeom prst="round2SameRect">
            <a:avLst>
              <a:gd fmla="val 4621" name="adj1"/>
              <a:gd fmla="val 0" name="adj2"/>
            </a:avLst>
          </a:prstGeom>
          <a:noFill/>
          <a:ln>
            <a:noFill/>
          </a:ln>
        </p:spPr>
      </p:sp>
      <p:sp>
        <p:nvSpPr>
          <p:cNvPr id="15" name="Google Shape;15;p2"/>
          <p:cNvSpPr/>
          <p:nvPr>
            <p:ph idx="6" type="pic"/>
          </p:nvPr>
        </p:nvSpPr>
        <p:spPr>
          <a:xfrm rot="10800000">
            <a:off x="228600" y="2564446"/>
            <a:ext cx="2857200" cy="2348100"/>
          </a:xfrm>
          <a:prstGeom prst="round2SameRect">
            <a:avLst>
              <a:gd fmla="val 5506" name="adj1"/>
              <a:gd fmla="val 0" name="adj2"/>
            </a:avLst>
          </a:prstGeom>
          <a:noFill/>
          <a:ln>
            <a:noFill/>
          </a:ln>
        </p:spPr>
      </p:sp>
    </p:spTree>
  </p:cSld>
  <p:clrMapOvr>
    <a:masterClrMapping/>
  </p:clrMapOvr>
  <p:extLst>
    <p:ext uri="{DCECCB84-F9BA-43D5-87BE-67443E8EF086}">
      <p15:sldGuideLst>
        <p15:guide id="1" orient="horz" pos="1620">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List of 4" type="secHead">
  <p:cSld name="SECTION_HEADER">
    <p:spTree>
      <p:nvGrpSpPr>
        <p:cNvPr id="16" name="Shape 16"/>
        <p:cNvGrpSpPr/>
        <p:nvPr/>
      </p:nvGrpSpPr>
      <p:grpSpPr>
        <a:xfrm>
          <a:off x="0" y="0"/>
          <a:ext cx="0" cy="0"/>
          <a:chOff x="0" y="0"/>
          <a:chExt cx="0" cy="0"/>
        </a:xfrm>
      </p:grpSpPr>
      <p:sp>
        <p:nvSpPr>
          <p:cNvPr id="17" name="Google Shape;17;p3"/>
          <p:cNvSpPr txBox="1"/>
          <p:nvPr>
            <p:ph type="title"/>
          </p:nvPr>
        </p:nvSpPr>
        <p:spPr>
          <a:xfrm>
            <a:off x="948175" y="797675"/>
            <a:ext cx="2852100" cy="26547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4800"/>
              <a:buFont typeface="Albert Sans"/>
              <a:buNone/>
              <a:defRPr sz="4800">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2" type="title"/>
          </p:nvPr>
        </p:nvSpPr>
        <p:spPr>
          <a:xfrm>
            <a:off x="4469650" y="936450"/>
            <a:ext cx="4440300" cy="817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2400"/>
              <a:buFont typeface="Nanum Myeongjo"/>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9" name="Google Shape;19;p3"/>
          <p:cNvSpPr txBox="1"/>
          <p:nvPr>
            <p:ph idx="3" type="title"/>
          </p:nvPr>
        </p:nvSpPr>
        <p:spPr>
          <a:xfrm>
            <a:off x="4469650" y="1754050"/>
            <a:ext cx="4440300" cy="817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2400"/>
              <a:buFont typeface="Nanum Myeongjo"/>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0" name="Google Shape;20;p3"/>
          <p:cNvSpPr txBox="1"/>
          <p:nvPr>
            <p:ph idx="4" type="title"/>
          </p:nvPr>
        </p:nvSpPr>
        <p:spPr>
          <a:xfrm>
            <a:off x="4469650" y="2574700"/>
            <a:ext cx="4440300" cy="817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2400"/>
              <a:buFont typeface="Nanum Myeongjo"/>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1" name="Google Shape;21;p3"/>
          <p:cNvSpPr txBox="1"/>
          <p:nvPr>
            <p:ph idx="5" type="title"/>
          </p:nvPr>
        </p:nvSpPr>
        <p:spPr>
          <a:xfrm>
            <a:off x="4454025" y="3395350"/>
            <a:ext cx="4453200" cy="817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2400"/>
              <a:buFont typeface="Nanum Myeongjo"/>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2" name="Google Shape;22;p3"/>
          <p:cNvSpPr/>
          <p:nvPr>
            <p:ph idx="6" type="pic"/>
          </p:nvPr>
        </p:nvSpPr>
        <p:spPr>
          <a:xfrm>
            <a:off x="8596800" y="223475"/>
            <a:ext cx="318600" cy="318600"/>
          </a:xfrm>
          <a:prstGeom prst="ellipse">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ivider Purple">
  <p:cSld name="CUSTOM">
    <p:bg>
      <p:bgPr>
        <a:solidFill>
          <a:schemeClr val="lt2"/>
        </a:solidFill>
      </p:bgPr>
    </p:bg>
    <p:spTree>
      <p:nvGrpSpPr>
        <p:cNvPr id="23" name="Shape 23"/>
        <p:cNvGrpSpPr/>
        <p:nvPr/>
      </p:nvGrpSpPr>
      <p:grpSpPr>
        <a:xfrm>
          <a:off x="0" y="0"/>
          <a:ext cx="0" cy="0"/>
          <a:chOff x="0" y="0"/>
          <a:chExt cx="0" cy="0"/>
        </a:xfrm>
      </p:grpSpPr>
      <p:sp>
        <p:nvSpPr>
          <p:cNvPr id="24" name="Google Shape;24;p4"/>
          <p:cNvSpPr txBox="1"/>
          <p:nvPr>
            <p:ph type="title"/>
          </p:nvPr>
        </p:nvSpPr>
        <p:spPr>
          <a:xfrm>
            <a:off x="884890" y="1024150"/>
            <a:ext cx="6123900" cy="147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9600"/>
              <a:buFont typeface="Nanum Myeongjo"/>
              <a:buNone/>
              <a:defRPr sz="9600">
                <a:solidFill>
                  <a:schemeClr val="dk2"/>
                </a:solidFill>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25" name="Google Shape;25;p4"/>
          <p:cNvSpPr txBox="1"/>
          <p:nvPr>
            <p:ph idx="1" type="subTitle"/>
          </p:nvPr>
        </p:nvSpPr>
        <p:spPr>
          <a:xfrm>
            <a:off x="966811" y="321575"/>
            <a:ext cx="23040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Albert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
          <p:cNvSpPr/>
          <p:nvPr>
            <p:ph idx="2" type="pic"/>
          </p:nvPr>
        </p:nvSpPr>
        <p:spPr>
          <a:xfrm>
            <a:off x="8596800" y="223475"/>
            <a:ext cx="318600" cy="318600"/>
          </a:xfrm>
          <a:prstGeom prst="ellipse">
            <a:avLst/>
          </a:prstGeom>
          <a:noFill/>
          <a:ln>
            <a:noFill/>
          </a:ln>
        </p:spPr>
      </p:sp>
      <p:sp>
        <p:nvSpPr>
          <p:cNvPr id="27" name="Google Shape;27;p4"/>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ivider Green">
  <p:cSld name="CUSTOM_5">
    <p:bg>
      <p:bgPr>
        <a:solidFill>
          <a:schemeClr val="accent1"/>
        </a:solidFill>
      </p:bgPr>
    </p:bg>
    <p:spTree>
      <p:nvGrpSpPr>
        <p:cNvPr id="28" name="Shape 28"/>
        <p:cNvGrpSpPr/>
        <p:nvPr/>
      </p:nvGrpSpPr>
      <p:grpSpPr>
        <a:xfrm>
          <a:off x="0" y="0"/>
          <a:ext cx="0" cy="0"/>
          <a:chOff x="0" y="0"/>
          <a:chExt cx="0" cy="0"/>
        </a:xfrm>
      </p:grpSpPr>
      <p:sp>
        <p:nvSpPr>
          <p:cNvPr id="29" name="Google Shape;29;p5"/>
          <p:cNvSpPr/>
          <p:nvPr>
            <p:ph idx="2" type="pic"/>
          </p:nvPr>
        </p:nvSpPr>
        <p:spPr>
          <a:xfrm>
            <a:off x="8596800" y="223475"/>
            <a:ext cx="318600" cy="318600"/>
          </a:xfrm>
          <a:prstGeom prst="ellipse">
            <a:avLst/>
          </a:prstGeom>
          <a:noFill/>
          <a:ln>
            <a:noFill/>
          </a:ln>
        </p:spPr>
      </p:sp>
      <p:sp>
        <p:nvSpPr>
          <p:cNvPr id="30" name="Google Shape;30;p5"/>
          <p:cNvSpPr txBox="1"/>
          <p:nvPr>
            <p:ph type="title"/>
          </p:nvPr>
        </p:nvSpPr>
        <p:spPr>
          <a:xfrm>
            <a:off x="884890" y="1024150"/>
            <a:ext cx="6123900" cy="147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9600"/>
              <a:buFont typeface="Nanum Myeongjo"/>
              <a:buNone/>
              <a:defRPr sz="9600">
                <a:solidFill>
                  <a:schemeClr val="dk2"/>
                </a:solidFill>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1" name="Google Shape;31;p5"/>
          <p:cNvSpPr txBox="1"/>
          <p:nvPr>
            <p:ph idx="1" type="subTitle"/>
          </p:nvPr>
        </p:nvSpPr>
        <p:spPr>
          <a:xfrm>
            <a:off x="966811" y="321575"/>
            <a:ext cx="23040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Albert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5"/>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ivider Teal">
  <p:cSld name="CUSTOM_5_1">
    <p:bg>
      <p:bgPr>
        <a:solidFill>
          <a:schemeClr val="accent2"/>
        </a:solidFill>
      </p:bgPr>
    </p:bg>
    <p:spTree>
      <p:nvGrpSpPr>
        <p:cNvPr id="33" name="Shape 33"/>
        <p:cNvGrpSpPr/>
        <p:nvPr/>
      </p:nvGrpSpPr>
      <p:grpSpPr>
        <a:xfrm>
          <a:off x="0" y="0"/>
          <a:ext cx="0" cy="0"/>
          <a:chOff x="0" y="0"/>
          <a:chExt cx="0" cy="0"/>
        </a:xfrm>
      </p:grpSpPr>
      <p:sp>
        <p:nvSpPr>
          <p:cNvPr id="34" name="Google Shape;34;p6"/>
          <p:cNvSpPr/>
          <p:nvPr>
            <p:ph idx="2" type="pic"/>
          </p:nvPr>
        </p:nvSpPr>
        <p:spPr>
          <a:xfrm>
            <a:off x="8596800" y="223475"/>
            <a:ext cx="318600" cy="318600"/>
          </a:xfrm>
          <a:prstGeom prst="ellipse">
            <a:avLst/>
          </a:prstGeom>
          <a:noFill/>
          <a:ln>
            <a:noFill/>
          </a:ln>
        </p:spPr>
      </p:sp>
      <p:sp>
        <p:nvSpPr>
          <p:cNvPr id="35" name="Google Shape;35;p6"/>
          <p:cNvSpPr txBox="1"/>
          <p:nvPr>
            <p:ph type="title"/>
          </p:nvPr>
        </p:nvSpPr>
        <p:spPr>
          <a:xfrm>
            <a:off x="884890" y="1024150"/>
            <a:ext cx="6123900" cy="147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9600"/>
              <a:buFont typeface="Nanum Myeongjo"/>
              <a:buNone/>
              <a:defRPr sz="9600">
                <a:solidFill>
                  <a:schemeClr val="dk2"/>
                </a:solidFill>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6" name="Google Shape;36;p6"/>
          <p:cNvSpPr txBox="1"/>
          <p:nvPr>
            <p:ph idx="1" type="subTitle"/>
          </p:nvPr>
        </p:nvSpPr>
        <p:spPr>
          <a:xfrm>
            <a:off x="966811" y="321575"/>
            <a:ext cx="23040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Albert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6"/>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ivider Blue">
  <p:cSld name="CUSTOM_5_1_1">
    <p:bg>
      <p:bgPr>
        <a:solidFill>
          <a:schemeClr val="accent4"/>
        </a:solidFill>
      </p:bgPr>
    </p:bg>
    <p:spTree>
      <p:nvGrpSpPr>
        <p:cNvPr id="38" name="Shape 38"/>
        <p:cNvGrpSpPr/>
        <p:nvPr/>
      </p:nvGrpSpPr>
      <p:grpSpPr>
        <a:xfrm>
          <a:off x="0" y="0"/>
          <a:ext cx="0" cy="0"/>
          <a:chOff x="0" y="0"/>
          <a:chExt cx="0" cy="0"/>
        </a:xfrm>
      </p:grpSpPr>
      <p:sp>
        <p:nvSpPr>
          <p:cNvPr id="39" name="Google Shape;39;p7"/>
          <p:cNvSpPr/>
          <p:nvPr>
            <p:ph idx="2" type="pic"/>
          </p:nvPr>
        </p:nvSpPr>
        <p:spPr>
          <a:xfrm>
            <a:off x="8596800" y="223475"/>
            <a:ext cx="318600" cy="318600"/>
          </a:xfrm>
          <a:prstGeom prst="ellipse">
            <a:avLst/>
          </a:prstGeom>
          <a:noFill/>
          <a:ln>
            <a:noFill/>
          </a:ln>
        </p:spPr>
      </p:sp>
      <p:sp>
        <p:nvSpPr>
          <p:cNvPr id="40" name="Google Shape;40;p7"/>
          <p:cNvSpPr txBox="1"/>
          <p:nvPr>
            <p:ph type="title"/>
          </p:nvPr>
        </p:nvSpPr>
        <p:spPr>
          <a:xfrm>
            <a:off x="884890" y="1024150"/>
            <a:ext cx="6123900" cy="147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9600"/>
              <a:buNone/>
              <a:defRPr sz="9600">
                <a:solidFill>
                  <a:schemeClr val="dk2"/>
                </a:solidFill>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41" name="Google Shape;41;p7"/>
          <p:cNvSpPr txBox="1"/>
          <p:nvPr>
            <p:ph idx="1" type="subTitle"/>
          </p:nvPr>
        </p:nvSpPr>
        <p:spPr>
          <a:xfrm>
            <a:off x="966811" y="321575"/>
            <a:ext cx="23040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Albert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ull Quote">
  <p:cSld name="CUSTOM_1">
    <p:bg>
      <p:bgPr>
        <a:solidFill>
          <a:schemeClr val="lt1"/>
        </a:solidFill>
      </p:bgPr>
    </p:bg>
    <p:spTree>
      <p:nvGrpSpPr>
        <p:cNvPr id="43" name="Shape 43"/>
        <p:cNvGrpSpPr/>
        <p:nvPr/>
      </p:nvGrpSpPr>
      <p:grpSpPr>
        <a:xfrm>
          <a:off x="0" y="0"/>
          <a:ext cx="0" cy="0"/>
          <a:chOff x="0" y="0"/>
          <a:chExt cx="0" cy="0"/>
        </a:xfrm>
      </p:grpSpPr>
      <p:sp>
        <p:nvSpPr>
          <p:cNvPr id="44" name="Google Shape;44;p8"/>
          <p:cNvSpPr/>
          <p:nvPr>
            <p:ph idx="2" type="pic"/>
          </p:nvPr>
        </p:nvSpPr>
        <p:spPr>
          <a:xfrm>
            <a:off x="8596800" y="223475"/>
            <a:ext cx="318600" cy="318600"/>
          </a:xfrm>
          <a:prstGeom prst="ellipse">
            <a:avLst/>
          </a:prstGeom>
          <a:noFill/>
          <a:ln>
            <a:noFill/>
          </a:ln>
        </p:spPr>
      </p:sp>
      <p:sp>
        <p:nvSpPr>
          <p:cNvPr id="45" name="Google Shape;45;p8"/>
          <p:cNvSpPr txBox="1"/>
          <p:nvPr>
            <p:ph idx="1" type="subTitle"/>
          </p:nvPr>
        </p:nvSpPr>
        <p:spPr>
          <a:xfrm>
            <a:off x="4627750" y="1204950"/>
            <a:ext cx="2489700" cy="363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46" name="Google Shape;46;p8"/>
          <p:cNvSpPr txBox="1"/>
          <p:nvPr>
            <p:ph idx="3" type="body"/>
          </p:nvPr>
        </p:nvSpPr>
        <p:spPr>
          <a:xfrm>
            <a:off x="4627750" y="1592350"/>
            <a:ext cx="2539200" cy="16137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1pPr>
            <a:lvl2pPr indent="-381000" lvl="1" marL="914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2pPr>
            <a:lvl3pPr indent="-381000" lvl="2" marL="1371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3pPr>
            <a:lvl4pPr indent="-381000" lvl="3" marL="1828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4pPr>
            <a:lvl5pPr indent="-381000" lvl="4" marL="2286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5pPr>
            <a:lvl6pPr indent="-381000" lvl="5" marL="2743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6pPr>
            <a:lvl7pPr indent="-381000" lvl="6" marL="3200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7pPr>
            <a:lvl8pPr indent="-381000" lvl="7" marL="3657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8pPr>
            <a:lvl9pPr indent="-381000" lvl="8" marL="4114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9pPr>
          </a:lstStyle>
          <a:p/>
        </p:txBody>
      </p:sp>
      <p:sp>
        <p:nvSpPr>
          <p:cNvPr id="47" name="Google Shape;47;p8"/>
          <p:cNvSpPr/>
          <p:nvPr>
            <p:ph idx="4" type="pic"/>
          </p:nvPr>
        </p:nvSpPr>
        <p:spPr>
          <a:xfrm rot="-5400000">
            <a:off x="1529325" y="1257825"/>
            <a:ext cx="3114600" cy="2619600"/>
          </a:xfrm>
          <a:prstGeom prst="round2SameRect">
            <a:avLst>
              <a:gd fmla="val 3848" name="adj1"/>
              <a:gd fmla="val 0" name="adj2"/>
            </a:avLst>
          </a:prstGeom>
          <a:noFill/>
          <a:ln>
            <a:noFill/>
          </a:ln>
        </p:spPr>
      </p:sp>
      <p:sp>
        <p:nvSpPr>
          <p:cNvPr id="48" name="Google Shape;48;p8"/>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extLst>
    <p:ext uri="{DCECCB84-F9BA-43D5-87BE-67443E8EF086}">
      <p15:sldGuideLst>
        <p15:guide id="1" orient="horz" pos="636">
          <p15:clr>
            <a:srgbClr val="E46962"/>
          </p15:clr>
        </p15:guide>
        <p15:guide id="2" orient="horz" pos="2604">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age Image">
  <p:cSld name="CUSTOM_2">
    <p:bg>
      <p:bgPr>
        <a:solidFill>
          <a:schemeClr val="lt2"/>
        </a:solidFill>
      </p:bgPr>
    </p:bg>
    <p:spTree>
      <p:nvGrpSpPr>
        <p:cNvPr id="49" name="Shape 49"/>
        <p:cNvGrpSpPr/>
        <p:nvPr/>
      </p:nvGrpSpPr>
      <p:grpSpPr>
        <a:xfrm>
          <a:off x="0" y="0"/>
          <a:ext cx="0" cy="0"/>
          <a:chOff x="0" y="0"/>
          <a:chExt cx="0" cy="0"/>
        </a:xfrm>
      </p:grpSpPr>
      <p:sp>
        <p:nvSpPr>
          <p:cNvPr id="50" name="Google Shape;50;p9"/>
          <p:cNvSpPr/>
          <p:nvPr>
            <p:ph idx="2" type="pic"/>
          </p:nvPr>
        </p:nvSpPr>
        <p:spPr>
          <a:xfrm>
            <a:off x="120000" y="114300"/>
            <a:ext cx="8904000" cy="4914900"/>
          </a:xfrm>
          <a:prstGeom prst="roundRect">
            <a:avLst>
              <a:gd fmla="val 2134" name="adj"/>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 Content">
  <p:cSld name="CUSTOM_3">
    <p:bg>
      <p:bgPr>
        <a:solidFill>
          <a:schemeClr val="lt1"/>
        </a:solidFill>
      </p:bgPr>
    </p:bg>
    <p:spTree>
      <p:nvGrpSpPr>
        <p:cNvPr id="51" name="Shape 51"/>
        <p:cNvGrpSpPr/>
        <p:nvPr/>
      </p:nvGrpSpPr>
      <p:grpSpPr>
        <a:xfrm>
          <a:off x="0" y="0"/>
          <a:ext cx="0" cy="0"/>
          <a:chOff x="0" y="0"/>
          <a:chExt cx="0" cy="0"/>
        </a:xfrm>
      </p:grpSpPr>
      <p:sp>
        <p:nvSpPr>
          <p:cNvPr id="52" name="Google Shape;52;p10"/>
          <p:cNvSpPr txBox="1"/>
          <p:nvPr>
            <p:ph idx="1" type="body"/>
          </p:nvPr>
        </p:nvSpPr>
        <p:spPr>
          <a:xfrm>
            <a:off x="5235220" y="2573350"/>
            <a:ext cx="3798300" cy="1907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2"/>
              </a:buClr>
              <a:buSzPts val="1400"/>
              <a:buFont typeface="Albert Sans"/>
              <a:buChar char="●"/>
              <a:defRPr u="none">
                <a:solidFill>
                  <a:schemeClr val="dk2"/>
                </a:solidFill>
              </a:defRPr>
            </a:lvl1pPr>
            <a:lvl2pPr indent="-317500" lvl="1" marL="914400">
              <a:lnSpc>
                <a:spcPct val="115000"/>
              </a:lnSpc>
              <a:spcBef>
                <a:spcPts val="0"/>
              </a:spcBef>
              <a:spcAft>
                <a:spcPts val="0"/>
              </a:spcAft>
              <a:buClr>
                <a:schemeClr val="dk2"/>
              </a:buClr>
              <a:buSzPts val="1400"/>
              <a:buFont typeface="Albert Sans"/>
              <a:buChar char="○"/>
              <a:defRPr u="none">
                <a:solidFill>
                  <a:schemeClr val="dk2"/>
                </a:solidFill>
              </a:defRPr>
            </a:lvl2pPr>
            <a:lvl3pPr indent="-317500" lvl="2" marL="1371600">
              <a:lnSpc>
                <a:spcPct val="115000"/>
              </a:lnSpc>
              <a:spcBef>
                <a:spcPts val="0"/>
              </a:spcBef>
              <a:spcAft>
                <a:spcPts val="0"/>
              </a:spcAft>
              <a:buClr>
                <a:schemeClr val="dk2"/>
              </a:buClr>
              <a:buSzPts val="1400"/>
              <a:buFont typeface="Albert Sans"/>
              <a:buChar char="■"/>
              <a:defRPr u="none">
                <a:solidFill>
                  <a:schemeClr val="dk2"/>
                </a:solidFill>
              </a:defRPr>
            </a:lvl3pPr>
            <a:lvl4pPr indent="-317500" lvl="3" marL="1828800">
              <a:lnSpc>
                <a:spcPct val="115000"/>
              </a:lnSpc>
              <a:spcBef>
                <a:spcPts val="0"/>
              </a:spcBef>
              <a:spcAft>
                <a:spcPts val="0"/>
              </a:spcAft>
              <a:buClr>
                <a:schemeClr val="dk2"/>
              </a:buClr>
              <a:buSzPts val="1400"/>
              <a:buFont typeface="Albert Sans"/>
              <a:buChar char="●"/>
              <a:defRPr u="none">
                <a:solidFill>
                  <a:schemeClr val="dk2"/>
                </a:solidFill>
              </a:defRPr>
            </a:lvl4pPr>
            <a:lvl5pPr indent="-317500" lvl="4" marL="2286000">
              <a:lnSpc>
                <a:spcPct val="115000"/>
              </a:lnSpc>
              <a:spcBef>
                <a:spcPts val="0"/>
              </a:spcBef>
              <a:spcAft>
                <a:spcPts val="0"/>
              </a:spcAft>
              <a:buClr>
                <a:schemeClr val="dk2"/>
              </a:buClr>
              <a:buSzPts val="1400"/>
              <a:buFont typeface="Albert Sans"/>
              <a:buChar char="○"/>
              <a:defRPr u="none">
                <a:solidFill>
                  <a:schemeClr val="dk2"/>
                </a:solidFill>
              </a:defRPr>
            </a:lvl5pPr>
            <a:lvl6pPr indent="-317500" lvl="5" marL="2743200">
              <a:lnSpc>
                <a:spcPct val="115000"/>
              </a:lnSpc>
              <a:spcBef>
                <a:spcPts val="0"/>
              </a:spcBef>
              <a:spcAft>
                <a:spcPts val="0"/>
              </a:spcAft>
              <a:buClr>
                <a:schemeClr val="dk2"/>
              </a:buClr>
              <a:buSzPts val="1400"/>
              <a:buFont typeface="Albert Sans"/>
              <a:buChar char="■"/>
              <a:defRPr u="none">
                <a:solidFill>
                  <a:schemeClr val="dk2"/>
                </a:solidFill>
              </a:defRPr>
            </a:lvl6pPr>
            <a:lvl7pPr indent="-317500" lvl="6" marL="3200400">
              <a:lnSpc>
                <a:spcPct val="115000"/>
              </a:lnSpc>
              <a:spcBef>
                <a:spcPts val="0"/>
              </a:spcBef>
              <a:spcAft>
                <a:spcPts val="0"/>
              </a:spcAft>
              <a:buClr>
                <a:schemeClr val="dk2"/>
              </a:buClr>
              <a:buSzPts val="1400"/>
              <a:buFont typeface="Albert Sans"/>
              <a:buChar char="●"/>
              <a:defRPr u="none">
                <a:solidFill>
                  <a:schemeClr val="dk2"/>
                </a:solidFill>
              </a:defRPr>
            </a:lvl7pPr>
            <a:lvl8pPr indent="-317500" lvl="7" marL="3657600">
              <a:lnSpc>
                <a:spcPct val="115000"/>
              </a:lnSpc>
              <a:spcBef>
                <a:spcPts val="0"/>
              </a:spcBef>
              <a:spcAft>
                <a:spcPts val="0"/>
              </a:spcAft>
              <a:buClr>
                <a:schemeClr val="dk2"/>
              </a:buClr>
              <a:buSzPts val="1400"/>
              <a:buFont typeface="Albert Sans"/>
              <a:buChar char="○"/>
              <a:defRPr u="none">
                <a:solidFill>
                  <a:schemeClr val="dk2"/>
                </a:solidFill>
              </a:defRPr>
            </a:lvl8pPr>
            <a:lvl9pPr indent="-317500" lvl="8" marL="4114800">
              <a:lnSpc>
                <a:spcPct val="115000"/>
              </a:lnSpc>
              <a:spcBef>
                <a:spcPts val="0"/>
              </a:spcBef>
              <a:spcAft>
                <a:spcPts val="0"/>
              </a:spcAft>
              <a:buClr>
                <a:schemeClr val="dk2"/>
              </a:buClr>
              <a:buSzPts val="1400"/>
              <a:buFont typeface="Albert Sans"/>
              <a:buChar char="■"/>
              <a:defRPr u="none">
                <a:solidFill>
                  <a:schemeClr val="dk2"/>
                </a:solidFill>
              </a:defRPr>
            </a:lvl9pPr>
          </a:lstStyle>
          <a:p/>
        </p:txBody>
      </p:sp>
      <p:sp>
        <p:nvSpPr>
          <p:cNvPr id="53" name="Google Shape;53;p10"/>
          <p:cNvSpPr txBox="1"/>
          <p:nvPr>
            <p:ph idx="2" type="body"/>
          </p:nvPr>
        </p:nvSpPr>
        <p:spPr>
          <a:xfrm>
            <a:off x="5235220" y="750863"/>
            <a:ext cx="3729900" cy="16137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1pPr>
            <a:lvl2pPr indent="-381000" lvl="1" marL="914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2pPr>
            <a:lvl3pPr indent="-381000" lvl="2" marL="1371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3pPr>
            <a:lvl4pPr indent="-381000" lvl="3" marL="1828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4pPr>
            <a:lvl5pPr indent="-381000" lvl="4" marL="2286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5pPr>
            <a:lvl6pPr indent="-381000" lvl="5" marL="2743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6pPr>
            <a:lvl7pPr indent="-381000" lvl="6" marL="3200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7pPr>
            <a:lvl8pPr indent="-381000" lvl="7" marL="3657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8pPr>
            <a:lvl9pPr indent="-381000" lvl="8" marL="4114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9pPr>
          </a:lstStyle>
          <a:p/>
        </p:txBody>
      </p:sp>
      <p:sp>
        <p:nvSpPr>
          <p:cNvPr id="54" name="Google Shape;54;p10"/>
          <p:cNvSpPr txBox="1"/>
          <p:nvPr>
            <p:ph type="title"/>
          </p:nvPr>
        </p:nvSpPr>
        <p:spPr>
          <a:xfrm>
            <a:off x="5257467" y="327150"/>
            <a:ext cx="2743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Albert Sans"/>
              <a:buNone/>
              <a:defRPr b="1" sz="1400">
                <a:solidFill>
                  <a:schemeClr val="lt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0"/>
          <p:cNvSpPr/>
          <p:nvPr>
            <p:ph idx="3" type="pic"/>
          </p:nvPr>
        </p:nvSpPr>
        <p:spPr>
          <a:xfrm>
            <a:off x="8596800" y="223475"/>
            <a:ext cx="318600" cy="318600"/>
          </a:xfrm>
          <a:prstGeom prst="ellipse">
            <a:avLst/>
          </a:prstGeom>
          <a:noFill/>
          <a:ln>
            <a:noFill/>
          </a:ln>
        </p:spPr>
      </p:sp>
      <p:sp>
        <p:nvSpPr>
          <p:cNvPr id="56" name="Google Shape;56;p10"/>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0"/>
          <p:cNvSpPr/>
          <p:nvPr>
            <p:ph idx="5" type="pic"/>
          </p:nvPr>
        </p:nvSpPr>
        <p:spPr>
          <a:xfrm rot="10800000">
            <a:off x="228600" y="2561290"/>
            <a:ext cx="2262600" cy="2348400"/>
          </a:xfrm>
          <a:prstGeom prst="round1Rect">
            <a:avLst>
              <a:gd fmla="val 4873" name="adj"/>
            </a:avLst>
          </a:prstGeom>
          <a:noFill/>
          <a:ln>
            <a:noFill/>
          </a:ln>
        </p:spPr>
      </p:sp>
      <p:sp>
        <p:nvSpPr>
          <p:cNvPr id="58" name="Google Shape;58;p10"/>
          <p:cNvSpPr/>
          <p:nvPr>
            <p:ph idx="6" type="pic"/>
          </p:nvPr>
        </p:nvSpPr>
        <p:spPr>
          <a:xfrm>
            <a:off x="2486554" y="223525"/>
            <a:ext cx="2262600" cy="2348400"/>
          </a:xfrm>
          <a:prstGeom prst="round1Rect">
            <a:avLst>
              <a:gd fmla="val 4873" name="adj"/>
            </a:avLst>
          </a:prstGeom>
          <a:noFill/>
          <a:ln>
            <a:noFill/>
          </a:ln>
        </p:spPr>
      </p:sp>
      <p:sp>
        <p:nvSpPr>
          <p:cNvPr id="59" name="Google Shape;59;p10"/>
          <p:cNvSpPr/>
          <p:nvPr>
            <p:ph idx="7" type="pic"/>
          </p:nvPr>
        </p:nvSpPr>
        <p:spPr>
          <a:xfrm flipH="1" rot="10800000">
            <a:off x="2486554" y="2561290"/>
            <a:ext cx="2262600" cy="2348400"/>
          </a:xfrm>
          <a:prstGeom prst="round1Rect">
            <a:avLst>
              <a:gd fmla="val 4873" name="adj"/>
            </a:avLst>
          </a:prstGeom>
          <a:noFill/>
          <a:ln>
            <a:noFill/>
          </a:ln>
        </p:spPr>
      </p:sp>
      <p:sp>
        <p:nvSpPr>
          <p:cNvPr id="60" name="Google Shape;60;p10"/>
          <p:cNvSpPr/>
          <p:nvPr>
            <p:ph idx="8" type="pic"/>
          </p:nvPr>
        </p:nvSpPr>
        <p:spPr>
          <a:xfrm flipH="1">
            <a:off x="228600" y="224575"/>
            <a:ext cx="2262600" cy="2348400"/>
          </a:xfrm>
          <a:prstGeom prst="round1Rect">
            <a:avLst>
              <a:gd fmla="val 4873" name="adj"/>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allery">
  <p:cSld name="CUSTOM_3_1">
    <p:bg>
      <p:bgPr>
        <a:solidFill>
          <a:schemeClr val="lt2"/>
        </a:solidFill>
      </p:bgPr>
    </p:bg>
    <p:spTree>
      <p:nvGrpSpPr>
        <p:cNvPr id="61" name="Shape 61"/>
        <p:cNvGrpSpPr/>
        <p:nvPr/>
      </p:nvGrpSpPr>
      <p:grpSpPr>
        <a:xfrm>
          <a:off x="0" y="0"/>
          <a:ext cx="0" cy="0"/>
          <a:chOff x="0" y="0"/>
          <a:chExt cx="0" cy="0"/>
        </a:xfrm>
      </p:grpSpPr>
      <p:sp>
        <p:nvSpPr>
          <p:cNvPr id="62" name="Google Shape;62;p11"/>
          <p:cNvSpPr/>
          <p:nvPr>
            <p:ph idx="2" type="pic"/>
          </p:nvPr>
        </p:nvSpPr>
        <p:spPr>
          <a:xfrm>
            <a:off x="114275" y="114300"/>
            <a:ext cx="2919900" cy="2424300"/>
          </a:xfrm>
          <a:prstGeom prst="roundRect">
            <a:avLst>
              <a:gd fmla="val 2134" name="adj"/>
            </a:avLst>
          </a:prstGeom>
          <a:noFill/>
          <a:ln>
            <a:noFill/>
          </a:ln>
        </p:spPr>
      </p:sp>
      <p:sp>
        <p:nvSpPr>
          <p:cNvPr id="63" name="Google Shape;63;p11"/>
          <p:cNvSpPr/>
          <p:nvPr>
            <p:ph idx="3" type="pic"/>
          </p:nvPr>
        </p:nvSpPr>
        <p:spPr>
          <a:xfrm>
            <a:off x="3117080" y="114300"/>
            <a:ext cx="2919900" cy="2424300"/>
          </a:xfrm>
          <a:prstGeom prst="roundRect">
            <a:avLst>
              <a:gd fmla="val 2134" name="adj"/>
            </a:avLst>
          </a:prstGeom>
          <a:noFill/>
          <a:ln>
            <a:noFill/>
          </a:ln>
        </p:spPr>
      </p:sp>
      <p:sp>
        <p:nvSpPr>
          <p:cNvPr id="64" name="Google Shape;64;p11"/>
          <p:cNvSpPr/>
          <p:nvPr>
            <p:ph idx="4" type="pic"/>
          </p:nvPr>
        </p:nvSpPr>
        <p:spPr>
          <a:xfrm>
            <a:off x="114275" y="2604796"/>
            <a:ext cx="2919900" cy="2424300"/>
          </a:xfrm>
          <a:prstGeom prst="roundRect">
            <a:avLst>
              <a:gd fmla="val 2134" name="adj"/>
            </a:avLst>
          </a:prstGeom>
          <a:noFill/>
          <a:ln>
            <a:noFill/>
          </a:ln>
        </p:spPr>
      </p:sp>
      <p:sp>
        <p:nvSpPr>
          <p:cNvPr id="65" name="Google Shape;65;p11"/>
          <p:cNvSpPr/>
          <p:nvPr>
            <p:ph idx="5" type="pic"/>
          </p:nvPr>
        </p:nvSpPr>
        <p:spPr>
          <a:xfrm>
            <a:off x="3117080" y="2604796"/>
            <a:ext cx="2919900" cy="2424300"/>
          </a:xfrm>
          <a:prstGeom prst="roundRect">
            <a:avLst>
              <a:gd fmla="val 2134" name="adj"/>
            </a:avLst>
          </a:prstGeom>
          <a:noFill/>
          <a:ln>
            <a:noFill/>
          </a:ln>
        </p:spPr>
      </p:sp>
      <p:sp>
        <p:nvSpPr>
          <p:cNvPr id="66" name="Google Shape;66;p11"/>
          <p:cNvSpPr/>
          <p:nvPr>
            <p:ph idx="6" type="pic"/>
          </p:nvPr>
        </p:nvSpPr>
        <p:spPr>
          <a:xfrm>
            <a:off x="6109898" y="114300"/>
            <a:ext cx="2919900" cy="2424300"/>
          </a:xfrm>
          <a:prstGeom prst="roundRect">
            <a:avLst>
              <a:gd fmla="val 2134" name="adj"/>
            </a:avLst>
          </a:prstGeom>
          <a:noFill/>
          <a:ln>
            <a:noFill/>
          </a:ln>
        </p:spPr>
      </p:sp>
      <p:sp>
        <p:nvSpPr>
          <p:cNvPr id="67" name="Google Shape;67;p11"/>
          <p:cNvSpPr/>
          <p:nvPr>
            <p:ph idx="7" type="pic"/>
          </p:nvPr>
        </p:nvSpPr>
        <p:spPr>
          <a:xfrm>
            <a:off x="6109898" y="2604796"/>
            <a:ext cx="2919900" cy="2424300"/>
          </a:xfrm>
          <a:prstGeom prst="roundRect">
            <a:avLst>
              <a:gd fmla="val 2134" name="adj"/>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Text">
  <p:cSld name="CUSTOM_4">
    <p:bg>
      <p:bgPr>
        <a:solidFill>
          <a:schemeClr val="lt1"/>
        </a:solidFill>
      </p:bgPr>
    </p:bg>
    <p:spTree>
      <p:nvGrpSpPr>
        <p:cNvPr id="68" name="Shape 68"/>
        <p:cNvGrpSpPr/>
        <p:nvPr/>
      </p:nvGrpSpPr>
      <p:grpSpPr>
        <a:xfrm>
          <a:off x="0" y="0"/>
          <a:ext cx="0" cy="0"/>
          <a:chOff x="0" y="0"/>
          <a:chExt cx="0" cy="0"/>
        </a:xfrm>
      </p:grpSpPr>
      <p:sp>
        <p:nvSpPr>
          <p:cNvPr id="69" name="Google Shape;69;p12"/>
          <p:cNvSpPr txBox="1"/>
          <p:nvPr>
            <p:ph idx="1" type="body"/>
          </p:nvPr>
        </p:nvSpPr>
        <p:spPr>
          <a:xfrm>
            <a:off x="970234" y="770775"/>
            <a:ext cx="3729900" cy="1613700"/>
          </a:xfrm>
          <a:prstGeom prst="rect">
            <a:avLst/>
          </a:prstGeom>
          <a:noFill/>
        </p:spPr>
        <p:txBody>
          <a:bodyPr anchorCtr="0" anchor="t" bIns="91425" lIns="91425" spcFirstLastPara="1" rIns="91425" wrap="square" tIns="91425">
            <a:noAutofit/>
          </a:bodyPr>
          <a:lstStyle>
            <a:lvl1pPr indent="-381000" lvl="0" marL="457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1pPr>
            <a:lvl2pPr indent="-381000" lvl="1" marL="914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2pPr>
            <a:lvl3pPr indent="-381000" lvl="2" marL="1371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3pPr>
            <a:lvl4pPr indent="-381000" lvl="3" marL="1828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4pPr>
            <a:lvl5pPr indent="-381000" lvl="4" marL="2286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5pPr>
            <a:lvl6pPr indent="-381000" lvl="5" marL="2743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6pPr>
            <a:lvl7pPr indent="-381000" lvl="6" marL="3200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7pPr>
            <a:lvl8pPr indent="-381000" lvl="7" marL="3657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8pPr>
            <a:lvl9pPr indent="-381000" lvl="8" marL="4114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9pPr>
          </a:lstStyle>
          <a:p/>
        </p:txBody>
      </p:sp>
      <p:sp>
        <p:nvSpPr>
          <p:cNvPr id="70" name="Google Shape;70;p12"/>
          <p:cNvSpPr txBox="1"/>
          <p:nvPr>
            <p:ph type="title"/>
          </p:nvPr>
        </p:nvSpPr>
        <p:spPr>
          <a:xfrm>
            <a:off x="956138" y="327150"/>
            <a:ext cx="2743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Albert Sans"/>
              <a:buNone/>
              <a:defRPr b="1" sz="1400">
                <a:solidFill>
                  <a:schemeClr val="lt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2"/>
          <p:cNvSpPr txBox="1"/>
          <p:nvPr>
            <p:ph idx="2" type="body"/>
          </p:nvPr>
        </p:nvSpPr>
        <p:spPr>
          <a:xfrm>
            <a:off x="5235225" y="824225"/>
            <a:ext cx="3321600" cy="3470400"/>
          </a:xfrm>
          <a:prstGeom prst="rect">
            <a:avLst/>
          </a:prstGeom>
          <a:noFill/>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2"/>
              </a:buClr>
              <a:buSzPts val="1400"/>
              <a:buFont typeface="Albert Sans"/>
              <a:buChar char="●"/>
              <a:defRPr u="none">
                <a:solidFill>
                  <a:schemeClr val="dk2"/>
                </a:solidFill>
              </a:defRPr>
            </a:lvl1pPr>
            <a:lvl2pPr indent="-317500" lvl="1" marL="914400">
              <a:lnSpc>
                <a:spcPct val="115000"/>
              </a:lnSpc>
              <a:spcBef>
                <a:spcPts val="1000"/>
              </a:spcBef>
              <a:spcAft>
                <a:spcPts val="0"/>
              </a:spcAft>
              <a:buClr>
                <a:schemeClr val="dk2"/>
              </a:buClr>
              <a:buSzPts val="1400"/>
              <a:buChar char="○"/>
              <a:defRPr u="none">
                <a:solidFill>
                  <a:schemeClr val="dk2"/>
                </a:solidFill>
              </a:defRPr>
            </a:lvl2pPr>
            <a:lvl3pPr indent="-317500" lvl="2" marL="1371600">
              <a:lnSpc>
                <a:spcPct val="115000"/>
              </a:lnSpc>
              <a:spcBef>
                <a:spcPts val="1000"/>
              </a:spcBef>
              <a:spcAft>
                <a:spcPts val="0"/>
              </a:spcAft>
              <a:buClr>
                <a:schemeClr val="dk2"/>
              </a:buClr>
              <a:buSzPts val="1400"/>
              <a:buChar char="■"/>
              <a:defRPr u="none">
                <a:solidFill>
                  <a:schemeClr val="dk2"/>
                </a:solidFill>
              </a:defRPr>
            </a:lvl3pPr>
            <a:lvl4pPr indent="-317500" lvl="3" marL="1828800">
              <a:lnSpc>
                <a:spcPct val="115000"/>
              </a:lnSpc>
              <a:spcBef>
                <a:spcPts val="1000"/>
              </a:spcBef>
              <a:spcAft>
                <a:spcPts val="0"/>
              </a:spcAft>
              <a:buClr>
                <a:schemeClr val="dk2"/>
              </a:buClr>
              <a:buSzPts val="1400"/>
              <a:buChar char="●"/>
              <a:defRPr u="none">
                <a:solidFill>
                  <a:schemeClr val="dk2"/>
                </a:solidFill>
              </a:defRPr>
            </a:lvl4pPr>
            <a:lvl5pPr indent="-317500" lvl="4" marL="2286000">
              <a:lnSpc>
                <a:spcPct val="115000"/>
              </a:lnSpc>
              <a:spcBef>
                <a:spcPts val="1000"/>
              </a:spcBef>
              <a:spcAft>
                <a:spcPts val="0"/>
              </a:spcAft>
              <a:buClr>
                <a:schemeClr val="dk2"/>
              </a:buClr>
              <a:buSzPts val="1400"/>
              <a:buChar char="○"/>
              <a:defRPr u="none">
                <a:solidFill>
                  <a:schemeClr val="dk2"/>
                </a:solidFill>
              </a:defRPr>
            </a:lvl5pPr>
            <a:lvl6pPr indent="-317500" lvl="5" marL="2743200">
              <a:lnSpc>
                <a:spcPct val="115000"/>
              </a:lnSpc>
              <a:spcBef>
                <a:spcPts val="1000"/>
              </a:spcBef>
              <a:spcAft>
                <a:spcPts val="0"/>
              </a:spcAft>
              <a:buClr>
                <a:schemeClr val="dk2"/>
              </a:buClr>
              <a:buSzPts val="1400"/>
              <a:buChar char="■"/>
              <a:defRPr u="none">
                <a:solidFill>
                  <a:schemeClr val="dk2"/>
                </a:solidFill>
              </a:defRPr>
            </a:lvl6pPr>
            <a:lvl7pPr indent="-317500" lvl="6" marL="3200400">
              <a:lnSpc>
                <a:spcPct val="115000"/>
              </a:lnSpc>
              <a:spcBef>
                <a:spcPts val="1000"/>
              </a:spcBef>
              <a:spcAft>
                <a:spcPts val="0"/>
              </a:spcAft>
              <a:buClr>
                <a:schemeClr val="dk2"/>
              </a:buClr>
              <a:buSzPts val="1400"/>
              <a:buChar char="●"/>
              <a:defRPr u="none">
                <a:solidFill>
                  <a:schemeClr val="dk2"/>
                </a:solidFill>
              </a:defRPr>
            </a:lvl7pPr>
            <a:lvl8pPr indent="-317500" lvl="7" marL="3657600">
              <a:lnSpc>
                <a:spcPct val="115000"/>
              </a:lnSpc>
              <a:spcBef>
                <a:spcPts val="1000"/>
              </a:spcBef>
              <a:spcAft>
                <a:spcPts val="0"/>
              </a:spcAft>
              <a:buClr>
                <a:schemeClr val="dk2"/>
              </a:buClr>
              <a:buSzPts val="1400"/>
              <a:buChar char="○"/>
              <a:defRPr u="none">
                <a:solidFill>
                  <a:schemeClr val="dk2"/>
                </a:solidFill>
              </a:defRPr>
            </a:lvl8pPr>
            <a:lvl9pPr indent="-317500" lvl="8" marL="4114800">
              <a:lnSpc>
                <a:spcPct val="115000"/>
              </a:lnSpc>
              <a:spcBef>
                <a:spcPts val="1000"/>
              </a:spcBef>
              <a:spcAft>
                <a:spcPts val="1000"/>
              </a:spcAft>
              <a:buClr>
                <a:schemeClr val="dk2"/>
              </a:buClr>
              <a:buSzPts val="1400"/>
              <a:buChar char="■"/>
              <a:defRPr u="none">
                <a:solidFill>
                  <a:schemeClr val="dk2"/>
                </a:solidFill>
              </a:defRPr>
            </a:lvl9pPr>
          </a:lstStyle>
          <a:p/>
        </p:txBody>
      </p:sp>
      <p:sp>
        <p:nvSpPr>
          <p:cNvPr id="72" name="Google Shape;72;p12"/>
          <p:cNvSpPr/>
          <p:nvPr>
            <p:ph idx="3" type="pic"/>
          </p:nvPr>
        </p:nvSpPr>
        <p:spPr>
          <a:xfrm>
            <a:off x="8596800" y="223475"/>
            <a:ext cx="318600" cy="318600"/>
          </a:xfrm>
          <a:prstGeom prst="ellipse">
            <a:avLst/>
          </a:prstGeom>
          <a:noFill/>
          <a:ln>
            <a:noFill/>
          </a:ln>
        </p:spPr>
      </p:sp>
      <p:sp>
        <p:nvSpPr>
          <p:cNvPr id="73" name="Google Shape;73;p12"/>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
  <p:cSld name="CUSTOM_4_1">
    <p:bg>
      <p:bgPr>
        <a:solidFill>
          <a:schemeClr val="lt1"/>
        </a:solidFill>
      </p:bgPr>
    </p:bg>
    <p:spTree>
      <p:nvGrpSpPr>
        <p:cNvPr id="74" name="Shape 74"/>
        <p:cNvGrpSpPr/>
        <p:nvPr/>
      </p:nvGrpSpPr>
      <p:grpSpPr>
        <a:xfrm>
          <a:off x="0" y="0"/>
          <a:ext cx="0" cy="0"/>
          <a:chOff x="0" y="0"/>
          <a:chExt cx="0" cy="0"/>
        </a:xfrm>
      </p:grpSpPr>
      <p:sp>
        <p:nvSpPr>
          <p:cNvPr id="75" name="Google Shape;75;p13"/>
          <p:cNvSpPr txBox="1"/>
          <p:nvPr>
            <p:ph idx="1" type="body"/>
          </p:nvPr>
        </p:nvSpPr>
        <p:spPr>
          <a:xfrm>
            <a:off x="949503" y="770775"/>
            <a:ext cx="7171500" cy="16137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1pPr>
            <a:lvl2pPr indent="-381000" lvl="1" marL="914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2pPr>
            <a:lvl3pPr indent="-381000" lvl="2" marL="1371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3pPr>
            <a:lvl4pPr indent="-381000" lvl="3" marL="1828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4pPr>
            <a:lvl5pPr indent="-381000" lvl="4" marL="2286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5pPr>
            <a:lvl6pPr indent="-381000" lvl="5" marL="2743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6pPr>
            <a:lvl7pPr indent="-381000" lvl="6" marL="3200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7pPr>
            <a:lvl8pPr indent="-381000" lvl="7" marL="3657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8pPr>
            <a:lvl9pPr indent="-381000" lvl="8" marL="4114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9pPr>
          </a:lstStyle>
          <a:p/>
        </p:txBody>
      </p:sp>
      <p:sp>
        <p:nvSpPr>
          <p:cNvPr id="76" name="Google Shape;76;p13"/>
          <p:cNvSpPr txBox="1"/>
          <p:nvPr>
            <p:ph type="title"/>
          </p:nvPr>
        </p:nvSpPr>
        <p:spPr>
          <a:xfrm>
            <a:off x="956138" y="327150"/>
            <a:ext cx="2743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Albert Sans"/>
              <a:buNone/>
              <a:defRPr b="1" sz="1400">
                <a:solidFill>
                  <a:schemeClr val="lt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13"/>
          <p:cNvSpPr txBox="1"/>
          <p:nvPr>
            <p:ph idx="2" type="body"/>
          </p:nvPr>
        </p:nvSpPr>
        <p:spPr>
          <a:xfrm>
            <a:off x="961716" y="2599900"/>
            <a:ext cx="7145100" cy="18021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2"/>
              </a:buClr>
              <a:buSzPts val="1400"/>
              <a:buFont typeface="Albert Sans"/>
              <a:buChar char="●"/>
              <a:defRPr u="none">
                <a:solidFill>
                  <a:schemeClr val="dk2"/>
                </a:solidFill>
              </a:defRPr>
            </a:lvl1pPr>
            <a:lvl2pPr indent="-317500" lvl="1" marL="914400">
              <a:lnSpc>
                <a:spcPct val="115000"/>
              </a:lnSpc>
              <a:spcBef>
                <a:spcPts val="1000"/>
              </a:spcBef>
              <a:spcAft>
                <a:spcPts val="0"/>
              </a:spcAft>
              <a:buClr>
                <a:schemeClr val="dk2"/>
              </a:buClr>
              <a:buSzPts val="1400"/>
              <a:buChar char="○"/>
              <a:defRPr u="none">
                <a:solidFill>
                  <a:schemeClr val="dk2"/>
                </a:solidFill>
              </a:defRPr>
            </a:lvl2pPr>
            <a:lvl3pPr indent="-317500" lvl="2" marL="1371600">
              <a:lnSpc>
                <a:spcPct val="115000"/>
              </a:lnSpc>
              <a:spcBef>
                <a:spcPts val="1000"/>
              </a:spcBef>
              <a:spcAft>
                <a:spcPts val="0"/>
              </a:spcAft>
              <a:buClr>
                <a:schemeClr val="dk2"/>
              </a:buClr>
              <a:buSzPts val="1400"/>
              <a:buChar char="■"/>
              <a:defRPr u="none">
                <a:solidFill>
                  <a:schemeClr val="dk2"/>
                </a:solidFill>
              </a:defRPr>
            </a:lvl3pPr>
            <a:lvl4pPr indent="-317500" lvl="3" marL="1828800">
              <a:lnSpc>
                <a:spcPct val="115000"/>
              </a:lnSpc>
              <a:spcBef>
                <a:spcPts val="1000"/>
              </a:spcBef>
              <a:spcAft>
                <a:spcPts val="0"/>
              </a:spcAft>
              <a:buClr>
                <a:schemeClr val="dk2"/>
              </a:buClr>
              <a:buSzPts val="1400"/>
              <a:buChar char="●"/>
              <a:defRPr u="none">
                <a:solidFill>
                  <a:schemeClr val="dk2"/>
                </a:solidFill>
              </a:defRPr>
            </a:lvl4pPr>
            <a:lvl5pPr indent="-317500" lvl="4" marL="2286000">
              <a:lnSpc>
                <a:spcPct val="115000"/>
              </a:lnSpc>
              <a:spcBef>
                <a:spcPts val="1000"/>
              </a:spcBef>
              <a:spcAft>
                <a:spcPts val="0"/>
              </a:spcAft>
              <a:buClr>
                <a:schemeClr val="dk2"/>
              </a:buClr>
              <a:buSzPts val="1400"/>
              <a:buChar char="○"/>
              <a:defRPr u="none">
                <a:solidFill>
                  <a:schemeClr val="dk2"/>
                </a:solidFill>
              </a:defRPr>
            </a:lvl5pPr>
            <a:lvl6pPr indent="-317500" lvl="5" marL="2743200">
              <a:lnSpc>
                <a:spcPct val="115000"/>
              </a:lnSpc>
              <a:spcBef>
                <a:spcPts val="1000"/>
              </a:spcBef>
              <a:spcAft>
                <a:spcPts val="0"/>
              </a:spcAft>
              <a:buClr>
                <a:schemeClr val="dk2"/>
              </a:buClr>
              <a:buSzPts val="1400"/>
              <a:buChar char="■"/>
              <a:defRPr u="none">
                <a:solidFill>
                  <a:schemeClr val="dk2"/>
                </a:solidFill>
              </a:defRPr>
            </a:lvl6pPr>
            <a:lvl7pPr indent="-317500" lvl="6" marL="3200400">
              <a:lnSpc>
                <a:spcPct val="115000"/>
              </a:lnSpc>
              <a:spcBef>
                <a:spcPts val="1000"/>
              </a:spcBef>
              <a:spcAft>
                <a:spcPts val="0"/>
              </a:spcAft>
              <a:buClr>
                <a:schemeClr val="dk2"/>
              </a:buClr>
              <a:buSzPts val="1400"/>
              <a:buChar char="●"/>
              <a:defRPr u="none">
                <a:solidFill>
                  <a:schemeClr val="dk2"/>
                </a:solidFill>
              </a:defRPr>
            </a:lvl7pPr>
            <a:lvl8pPr indent="-317500" lvl="7" marL="3657600">
              <a:lnSpc>
                <a:spcPct val="115000"/>
              </a:lnSpc>
              <a:spcBef>
                <a:spcPts val="1000"/>
              </a:spcBef>
              <a:spcAft>
                <a:spcPts val="0"/>
              </a:spcAft>
              <a:buClr>
                <a:schemeClr val="dk2"/>
              </a:buClr>
              <a:buSzPts val="1400"/>
              <a:buChar char="○"/>
              <a:defRPr u="none">
                <a:solidFill>
                  <a:schemeClr val="dk2"/>
                </a:solidFill>
              </a:defRPr>
            </a:lvl8pPr>
            <a:lvl9pPr indent="-317500" lvl="8" marL="4114800">
              <a:lnSpc>
                <a:spcPct val="115000"/>
              </a:lnSpc>
              <a:spcBef>
                <a:spcPts val="1000"/>
              </a:spcBef>
              <a:spcAft>
                <a:spcPts val="1000"/>
              </a:spcAft>
              <a:buClr>
                <a:schemeClr val="dk2"/>
              </a:buClr>
              <a:buSzPts val="1400"/>
              <a:buChar char="■"/>
              <a:defRPr u="none">
                <a:solidFill>
                  <a:schemeClr val="dk2"/>
                </a:solidFill>
              </a:defRPr>
            </a:lvl9pPr>
          </a:lstStyle>
          <a:p/>
        </p:txBody>
      </p:sp>
      <p:sp>
        <p:nvSpPr>
          <p:cNvPr id="78" name="Google Shape;78;p13"/>
          <p:cNvSpPr/>
          <p:nvPr>
            <p:ph idx="3" type="pic"/>
          </p:nvPr>
        </p:nvSpPr>
        <p:spPr>
          <a:xfrm>
            <a:off x="8596800" y="223475"/>
            <a:ext cx="318600" cy="318600"/>
          </a:xfrm>
          <a:prstGeom prst="ellipse">
            <a:avLst/>
          </a:prstGeom>
          <a:noFill/>
          <a:ln>
            <a:noFill/>
          </a:ln>
        </p:spPr>
      </p:sp>
      <p:sp>
        <p:nvSpPr>
          <p:cNvPr id="79" name="Google Shape;79;p13"/>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Problem">
  <p:cSld name="CUSTOM_6">
    <p:spTree>
      <p:nvGrpSpPr>
        <p:cNvPr id="80" name="Shape 80"/>
        <p:cNvGrpSpPr/>
        <p:nvPr/>
      </p:nvGrpSpPr>
      <p:grpSpPr>
        <a:xfrm>
          <a:off x="0" y="0"/>
          <a:ext cx="0" cy="0"/>
          <a:chOff x="0" y="0"/>
          <a:chExt cx="0" cy="0"/>
        </a:xfrm>
      </p:grpSpPr>
      <p:sp>
        <p:nvSpPr>
          <p:cNvPr id="81" name="Google Shape;81;p14"/>
          <p:cNvSpPr/>
          <p:nvPr>
            <p:ph idx="2" type="pic"/>
          </p:nvPr>
        </p:nvSpPr>
        <p:spPr>
          <a:xfrm>
            <a:off x="8596800" y="223475"/>
            <a:ext cx="318600" cy="318600"/>
          </a:xfrm>
          <a:prstGeom prst="ellipse">
            <a:avLst/>
          </a:prstGeom>
          <a:noFill/>
          <a:ln>
            <a:noFill/>
          </a:ln>
        </p:spPr>
      </p:sp>
      <p:sp>
        <p:nvSpPr>
          <p:cNvPr id="82" name="Google Shape;82;p14"/>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3" name="Google Shape;83;p14"/>
          <p:cNvSpPr txBox="1"/>
          <p:nvPr>
            <p:ph idx="1" type="subTitle"/>
          </p:nvPr>
        </p:nvSpPr>
        <p:spPr>
          <a:xfrm>
            <a:off x="958450" y="2692875"/>
            <a:ext cx="7137900" cy="2013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Font typeface="Nanum Myeongjo"/>
              <a:buNone/>
              <a:defRPr b="0"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84" name="Google Shape;84;p14"/>
          <p:cNvSpPr txBox="1"/>
          <p:nvPr>
            <p:ph idx="3" type="title"/>
          </p:nvPr>
        </p:nvSpPr>
        <p:spPr>
          <a:xfrm>
            <a:off x="956150" y="555750"/>
            <a:ext cx="35586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1400"/>
              <a:buFont typeface="Albert Sans"/>
              <a:buNone/>
              <a:defRPr b="1" sz="1400">
                <a:solidFill>
                  <a:schemeClr val="accent1"/>
                </a:solidFill>
                <a:latin typeface="Albert Sans"/>
                <a:ea typeface="Albert Sans"/>
                <a:cs typeface="Albert Sans"/>
                <a:sym typeface="Albert Sans"/>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p:txBody>
      </p:sp>
      <p:sp>
        <p:nvSpPr>
          <p:cNvPr id="85" name="Google Shape;85;p14"/>
          <p:cNvSpPr txBox="1"/>
          <p:nvPr>
            <p:ph idx="4" type="title"/>
          </p:nvPr>
        </p:nvSpPr>
        <p:spPr>
          <a:xfrm>
            <a:off x="941263" y="866159"/>
            <a:ext cx="7137900" cy="2013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000"/>
              <a:buFont typeface="Albert Sans"/>
              <a:buNone/>
              <a:defRPr sz="6000">
                <a:latin typeface="Albert Sans"/>
                <a:ea typeface="Albert Sans"/>
                <a:cs typeface="Albert Sans"/>
                <a:sym typeface="Albert Sans"/>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s &amp; Benefits">
  <p:cSld name="CUSTOM_7">
    <p:spTree>
      <p:nvGrpSpPr>
        <p:cNvPr id="86" name="Shape 86"/>
        <p:cNvGrpSpPr/>
        <p:nvPr/>
      </p:nvGrpSpPr>
      <p:grpSpPr>
        <a:xfrm>
          <a:off x="0" y="0"/>
          <a:ext cx="0" cy="0"/>
          <a:chOff x="0" y="0"/>
          <a:chExt cx="0" cy="0"/>
        </a:xfrm>
      </p:grpSpPr>
      <p:sp>
        <p:nvSpPr>
          <p:cNvPr id="87" name="Google Shape;87;p15"/>
          <p:cNvSpPr txBox="1"/>
          <p:nvPr>
            <p:ph idx="1" type="subTitle"/>
          </p:nvPr>
        </p:nvSpPr>
        <p:spPr>
          <a:xfrm>
            <a:off x="-394525" y="762900"/>
            <a:ext cx="29583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88" name="Google Shape;88;p15"/>
          <p:cNvSpPr txBox="1"/>
          <p:nvPr>
            <p:ph idx="2" type="subTitle"/>
          </p:nvPr>
        </p:nvSpPr>
        <p:spPr>
          <a:xfrm>
            <a:off x="7780000" y="762900"/>
            <a:ext cx="19617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400"/>
              <a:buFont typeface="Albert Sans"/>
              <a:buNone/>
              <a:defRPr/>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p:txBody>
      </p:sp>
      <p:sp>
        <p:nvSpPr>
          <p:cNvPr id="89" name="Google Shape;89;p15"/>
          <p:cNvSpPr txBox="1"/>
          <p:nvPr>
            <p:ph idx="3" type="subTitle"/>
          </p:nvPr>
        </p:nvSpPr>
        <p:spPr>
          <a:xfrm>
            <a:off x="-867225" y="1991550"/>
            <a:ext cx="20115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400"/>
              <a:buFont typeface="Albert Sans"/>
              <a:buNone/>
              <a:defRPr/>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p:txBody>
      </p:sp>
      <p:sp>
        <p:nvSpPr>
          <p:cNvPr id="90" name="Google Shape;90;p15"/>
          <p:cNvSpPr txBox="1"/>
          <p:nvPr>
            <p:ph idx="4" type="subTitle"/>
          </p:nvPr>
        </p:nvSpPr>
        <p:spPr>
          <a:xfrm>
            <a:off x="1384800" y="1991550"/>
            <a:ext cx="19617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91" name="Google Shape;91;p15"/>
          <p:cNvSpPr txBox="1"/>
          <p:nvPr>
            <p:ph idx="5" type="subTitle"/>
          </p:nvPr>
        </p:nvSpPr>
        <p:spPr>
          <a:xfrm>
            <a:off x="3556975" y="1991550"/>
            <a:ext cx="44034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b="0" sz="6000"/>
            </a:lvl1pPr>
            <a:lvl2pPr lvl="1">
              <a:spcBef>
                <a:spcPts val="0"/>
              </a:spcBef>
              <a:spcAft>
                <a:spcPts val="0"/>
              </a:spcAft>
              <a:buClr>
                <a:schemeClr val="lt1"/>
              </a:buClr>
              <a:buSzPts val="6000"/>
              <a:buFont typeface="Albert Sans"/>
              <a:buNone/>
              <a:defRPr sz="6000"/>
            </a:lvl2pPr>
            <a:lvl3pPr lvl="2">
              <a:spcBef>
                <a:spcPts val="0"/>
              </a:spcBef>
              <a:spcAft>
                <a:spcPts val="0"/>
              </a:spcAft>
              <a:buClr>
                <a:schemeClr val="lt1"/>
              </a:buClr>
              <a:buSzPts val="6000"/>
              <a:buFont typeface="Albert Sans"/>
              <a:buNone/>
              <a:defRPr sz="6000"/>
            </a:lvl3pPr>
            <a:lvl4pPr lvl="3">
              <a:spcBef>
                <a:spcPts val="0"/>
              </a:spcBef>
              <a:spcAft>
                <a:spcPts val="0"/>
              </a:spcAft>
              <a:buClr>
                <a:schemeClr val="lt1"/>
              </a:buClr>
              <a:buSzPts val="6000"/>
              <a:buFont typeface="Albert Sans"/>
              <a:buNone/>
              <a:defRPr sz="6000"/>
            </a:lvl4pPr>
            <a:lvl5pPr lvl="4">
              <a:spcBef>
                <a:spcPts val="0"/>
              </a:spcBef>
              <a:spcAft>
                <a:spcPts val="0"/>
              </a:spcAft>
              <a:buClr>
                <a:schemeClr val="lt1"/>
              </a:buClr>
              <a:buSzPts val="6000"/>
              <a:buFont typeface="Albert Sans"/>
              <a:buNone/>
              <a:defRPr sz="6000"/>
            </a:lvl5pPr>
            <a:lvl6pPr lvl="5">
              <a:spcBef>
                <a:spcPts val="0"/>
              </a:spcBef>
              <a:spcAft>
                <a:spcPts val="0"/>
              </a:spcAft>
              <a:buClr>
                <a:schemeClr val="lt1"/>
              </a:buClr>
              <a:buSzPts val="6000"/>
              <a:buFont typeface="Albert Sans"/>
              <a:buNone/>
              <a:defRPr sz="6000"/>
            </a:lvl6pPr>
            <a:lvl7pPr lvl="6">
              <a:spcBef>
                <a:spcPts val="0"/>
              </a:spcBef>
              <a:spcAft>
                <a:spcPts val="0"/>
              </a:spcAft>
              <a:buClr>
                <a:schemeClr val="lt1"/>
              </a:buClr>
              <a:buSzPts val="6000"/>
              <a:buFont typeface="Albert Sans"/>
              <a:buNone/>
              <a:defRPr sz="6000"/>
            </a:lvl7pPr>
            <a:lvl8pPr lvl="7">
              <a:spcBef>
                <a:spcPts val="0"/>
              </a:spcBef>
              <a:spcAft>
                <a:spcPts val="0"/>
              </a:spcAft>
              <a:buClr>
                <a:schemeClr val="lt1"/>
              </a:buClr>
              <a:buSzPts val="6000"/>
              <a:buFont typeface="Albert Sans"/>
              <a:buNone/>
              <a:defRPr sz="6000"/>
            </a:lvl8pPr>
            <a:lvl9pPr lvl="8">
              <a:spcBef>
                <a:spcPts val="0"/>
              </a:spcBef>
              <a:spcAft>
                <a:spcPts val="0"/>
              </a:spcAft>
              <a:buClr>
                <a:schemeClr val="lt1"/>
              </a:buClr>
              <a:buSzPts val="6000"/>
              <a:buFont typeface="Albert Sans"/>
              <a:buNone/>
              <a:defRPr sz="6000"/>
            </a:lvl9pPr>
          </a:lstStyle>
          <a:p/>
        </p:txBody>
      </p:sp>
      <p:sp>
        <p:nvSpPr>
          <p:cNvPr id="92" name="Google Shape;92;p15"/>
          <p:cNvSpPr txBox="1"/>
          <p:nvPr>
            <p:ph idx="6" type="subTitle"/>
          </p:nvPr>
        </p:nvSpPr>
        <p:spPr>
          <a:xfrm>
            <a:off x="8207225" y="1991550"/>
            <a:ext cx="22164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93" name="Google Shape;93;p15"/>
          <p:cNvSpPr txBox="1"/>
          <p:nvPr>
            <p:ph idx="7" type="subTitle"/>
          </p:nvPr>
        </p:nvSpPr>
        <p:spPr>
          <a:xfrm>
            <a:off x="307950" y="3220200"/>
            <a:ext cx="38076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94" name="Google Shape;94;p15"/>
          <p:cNvSpPr txBox="1"/>
          <p:nvPr>
            <p:ph idx="8" type="subTitle"/>
          </p:nvPr>
        </p:nvSpPr>
        <p:spPr>
          <a:xfrm>
            <a:off x="4367925" y="3220200"/>
            <a:ext cx="21210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400"/>
              <a:buFont typeface="Albert Sans"/>
              <a:buNone/>
              <a:defRPr/>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p:txBody>
      </p:sp>
      <p:sp>
        <p:nvSpPr>
          <p:cNvPr id="95" name="Google Shape;95;p15"/>
          <p:cNvSpPr txBox="1"/>
          <p:nvPr>
            <p:ph idx="9" type="subTitle"/>
          </p:nvPr>
        </p:nvSpPr>
        <p:spPr>
          <a:xfrm>
            <a:off x="6718750" y="3220200"/>
            <a:ext cx="23832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96" name="Google Shape;96;p15"/>
          <p:cNvSpPr txBox="1"/>
          <p:nvPr>
            <p:ph idx="13" type="subTitle"/>
          </p:nvPr>
        </p:nvSpPr>
        <p:spPr>
          <a:xfrm>
            <a:off x="2793625" y="762900"/>
            <a:ext cx="21435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400"/>
              <a:buFont typeface="Albert Sans"/>
              <a:buNone/>
              <a:defRPr/>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p:txBody>
      </p:sp>
      <p:sp>
        <p:nvSpPr>
          <p:cNvPr id="97" name="Google Shape;97;p15"/>
          <p:cNvSpPr txBox="1"/>
          <p:nvPr>
            <p:ph idx="14" type="subTitle"/>
          </p:nvPr>
        </p:nvSpPr>
        <p:spPr>
          <a:xfrm>
            <a:off x="5151963" y="762900"/>
            <a:ext cx="24132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98" name="Google Shape;98;p15"/>
          <p:cNvSpPr/>
          <p:nvPr>
            <p:ph idx="15" type="pic"/>
          </p:nvPr>
        </p:nvSpPr>
        <p:spPr>
          <a:xfrm>
            <a:off x="8596800" y="223475"/>
            <a:ext cx="318600" cy="318600"/>
          </a:xfrm>
          <a:prstGeom prst="ellipse">
            <a:avLst/>
          </a:prstGeom>
          <a:noFill/>
          <a:ln>
            <a:noFill/>
          </a:ln>
        </p:spPr>
      </p:sp>
      <p:sp>
        <p:nvSpPr>
          <p:cNvPr id="99" name="Google Shape;99;p15"/>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ne Graph">
  <p:cSld name="CUSTOM_8">
    <p:spTree>
      <p:nvGrpSpPr>
        <p:cNvPr id="100" name="Shape 100"/>
        <p:cNvGrpSpPr/>
        <p:nvPr/>
      </p:nvGrpSpPr>
      <p:grpSpPr>
        <a:xfrm>
          <a:off x="0" y="0"/>
          <a:ext cx="0" cy="0"/>
          <a:chOff x="0" y="0"/>
          <a:chExt cx="0" cy="0"/>
        </a:xfrm>
      </p:grpSpPr>
      <p:sp>
        <p:nvSpPr>
          <p:cNvPr id="101" name="Google Shape;101;p16"/>
          <p:cNvSpPr txBox="1"/>
          <p:nvPr>
            <p:ph type="title"/>
          </p:nvPr>
        </p:nvSpPr>
        <p:spPr>
          <a:xfrm>
            <a:off x="956150" y="327150"/>
            <a:ext cx="35586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1400"/>
              <a:buFont typeface="Albert Sans"/>
              <a:buNone/>
              <a:defRPr b="1" sz="1400">
                <a:solidFill>
                  <a:schemeClr val="accent1"/>
                </a:solidFill>
                <a:latin typeface="Albert Sans"/>
                <a:ea typeface="Albert Sans"/>
                <a:cs typeface="Albert Sans"/>
                <a:sym typeface="Albert Sans"/>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p:txBody>
      </p:sp>
      <p:sp>
        <p:nvSpPr>
          <p:cNvPr id="102" name="Google Shape;102;p16"/>
          <p:cNvSpPr/>
          <p:nvPr>
            <p:ph idx="2" type="pic"/>
          </p:nvPr>
        </p:nvSpPr>
        <p:spPr>
          <a:xfrm>
            <a:off x="8596800" y="223475"/>
            <a:ext cx="318600" cy="318600"/>
          </a:xfrm>
          <a:prstGeom prst="ellipse">
            <a:avLst/>
          </a:prstGeom>
          <a:noFill/>
          <a:ln>
            <a:noFill/>
          </a:ln>
        </p:spPr>
      </p:sp>
      <p:sp>
        <p:nvSpPr>
          <p:cNvPr id="103" name="Google Shape;103;p16"/>
          <p:cNvSpPr txBox="1"/>
          <p:nvPr>
            <p:ph idx="1" type="subTitle"/>
          </p:nvPr>
        </p:nvSpPr>
        <p:spPr>
          <a:xfrm>
            <a:off x="3831000" y="327150"/>
            <a:ext cx="4500300" cy="1202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16"/>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e Graph">
  <p:cSld name="CUSTOM_8_1">
    <p:spTree>
      <p:nvGrpSpPr>
        <p:cNvPr id="105" name="Shape 105"/>
        <p:cNvGrpSpPr/>
        <p:nvPr/>
      </p:nvGrpSpPr>
      <p:grpSpPr>
        <a:xfrm>
          <a:off x="0" y="0"/>
          <a:ext cx="0" cy="0"/>
          <a:chOff x="0" y="0"/>
          <a:chExt cx="0" cy="0"/>
        </a:xfrm>
      </p:grpSpPr>
      <p:sp>
        <p:nvSpPr>
          <p:cNvPr id="106" name="Google Shape;106;p17"/>
          <p:cNvSpPr txBox="1"/>
          <p:nvPr>
            <p:ph idx="1" type="subTitle"/>
          </p:nvPr>
        </p:nvSpPr>
        <p:spPr>
          <a:xfrm>
            <a:off x="955475" y="1615450"/>
            <a:ext cx="3291600" cy="2850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 name="Google Shape;107;p17"/>
          <p:cNvSpPr txBox="1"/>
          <p:nvPr>
            <p:ph type="title"/>
          </p:nvPr>
        </p:nvSpPr>
        <p:spPr>
          <a:xfrm>
            <a:off x="956150" y="327150"/>
            <a:ext cx="35586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400"/>
              <a:buFont typeface="Albert Sans"/>
              <a:buNone/>
              <a:defRPr b="1" sz="1400">
                <a:solidFill>
                  <a:schemeClr val="accent1"/>
                </a:solidFill>
                <a:latin typeface="Albert Sans"/>
                <a:ea typeface="Albert Sans"/>
                <a:cs typeface="Albert Sans"/>
                <a:sym typeface="Albert Sans"/>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p:txBody>
      </p:sp>
      <p:sp>
        <p:nvSpPr>
          <p:cNvPr id="108" name="Google Shape;108;p17"/>
          <p:cNvSpPr/>
          <p:nvPr>
            <p:ph idx="2" type="pic"/>
          </p:nvPr>
        </p:nvSpPr>
        <p:spPr>
          <a:xfrm>
            <a:off x="8596800" y="223475"/>
            <a:ext cx="318600" cy="318600"/>
          </a:xfrm>
          <a:prstGeom prst="ellipse">
            <a:avLst/>
          </a:prstGeom>
          <a:noFill/>
          <a:ln>
            <a:noFill/>
          </a:ln>
        </p:spPr>
      </p:sp>
      <p:sp>
        <p:nvSpPr>
          <p:cNvPr id="109" name="Google Shape;109;p17"/>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Solution">
  <p:cSld name="CUSTOM_9">
    <p:bg>
      <p:bgPr>
        <a:solidFill>
          <a:schemeClr val="accent1"/>
        </a:solidFill>
      </p:bgPr>
    </p:bg>
    <p:spTree>
      <p:nvGrpSpPr>
        <p:cNvPr id="110" name="Shape 110"/>
        <p:cNvGrpSpPr/>
        <p:nvPr/>
      </p:nvGrpSpPr>
      <p:grpSpPr>
        <a:xfrm>
          <a:off x="0" y="0"/>
          <a:ext cx="0" cy="0"/>
          <a:chOff x="0" y="0"/>
          <a:chExt cx="0" cy="0"/>
        </a:xfrm>
      </p:grpSpPr>
      <p:sp>
        <p:nvSpPr>
          <p:cNvPr id="111" name="Google Shape;111;p18"/>
          <p:cNvSpPr/>
          <p:nvPr/>
        </p:nvSpPr>
        <p:spPr>
          <a:xfrm>
            <a:off x="116350" y="93175"/>
            <a:ext cx="8904000" cy="4914900"/>
          </a:xfrm>
          <a:prstGeom prst="roundRect">
            <a:avLst>
              <a:gd fmla="val 261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8"/>
          <p:cNvSpPr txBox="1"/>
          <p:nvPr>
            <p:ph idx="1" type="subTitle"/>
          </p:nvPr>
        </p:nvSpPr>
        <p:spPr>
          <a:xfrm>
            <a:off x="958450" y="2692875"/>
            <a:ext cx="7137900" cy="2013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400"/>
              <a:buFont typeface="Nanum Myeongjo"/>
              <a:buNone/>
              <a:defRPr b="0" sz="2400">
                <a:solidFill>
                  <a:schemeClr val="dk2"/>
                </a:solidFill>
                <a:latin typeface="Nanum Myeongjo"/>
                <a:ea typeface="Nanum Myeongjo"/>
                <a:cs typeface="Nanum Myeongjo"/>
                <a:sym typeface="Nanum Myeongjo"/>
              </a:defRPr>
            </a:lvl1pPr>
            <a:lvl2pPr lvl="1">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2pPr>
            <a:lvl3pPr lvl="2">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3pPr>
            <a:lvl4pPr lvl="3">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4pPr>
            <a:lvl5pPr lvl="4">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5pPr>
            <a:lvl6pPr lvl="5">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6pPr>
            <a:lvl7pPr lvl="6">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7pPr>
            <a:lvl8pPr lvl="7">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8pPr>
            <a:lvl9pPr lvl="8">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9pPr>
          </a:lstStyle>
          <a:p/>
        </p:txBody>
      </p:sp>
      <p:sp>
        <p:nvSpPr>
          <p:cNvPr id="113" name="Google Shape;113;p18"/>
          <p:cNvSpPr txBox="1"/>
          <p:nvPr>
            <p:ph type="title"/>
          </p:nvPr>
        </p:nvSpPr>
        <p:spPr>
          <a:xfrm>
            <a:off x="956150" y="555750"/>
            <a:ext cx="35586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14" name="Google Shape;114;p18"/>
          <p:cNvSpPr txBox="1"/>
          <p:nvPr>
            <p:ph idx="2" type="title"/>
          </p:nvPr>
        </p:nvSpPr>
        <p:spPr>
          <a:xfrm>
            <a:off x="941263" y="866159"/>
            <a:ext cx="7137900" cy="2013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15" name="Google Shape;115;p18"/>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 name="Google Shape;116;p18"/>
          <p:cNvSpPr/>
          <p:nvPr>
            <p:ph idx="4" type="pic"/>
          </p:nvPr>
        </p:nvSpPr>
        <p:spPr>
          <a:xfrm>
            <a:off x="8596800" y="223475"/>
            <a:ext cx="318600" cy="318600"/>
          </a:xfrm>
          <a:prstGeom prst="ellipse">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y It Works">
  <p:cSld name="CUSTOM_9_1">
    <p:bg>
      <p:bgPr>
        <a:solidFill>
          <a:schemeClr val="accent1"/>
        </a:solidFill>
      </p:bgPr>
    </p:bg>
    <p:spTree>
      <p:nvGrpSpPr>
        <p:cNvPr id="117" name="Shape 117"/>
        <p:cNvGrpSpPr/>
        <p:nvPr/>
      </p:nvGrpSpPr>
      <p:grpSpPr>
        <a:xfrm>
          <a:off x="0" y="0"/>
          <a:ext cx="0" cy="0"/>
          <a:chOff x="0" y="0"/>
          <a:chExt cx="0" cy="0"/>
        </a:xfrm>
      </p:grpSpPr>
      <p:sp>
        <p:nvSpPr>
          <p:cNvPr id="118" name="Google Shape;118;p19"/>
          <p:cNvSpPr/>
          <p:nvPr/>
        </p:nvSpPr>
        <p:spPr>
          <a:xfrm>
            <a:off x="116350" y="93175"/>
            <a:ext cx="8904000" cy="4914900"/>
          </a:xfrm>
          <a:prstGeom prst="roundRect">
            <a:avLst>
              <a:gd fmla="val 261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9"/>
          <p:cNvSpPr/>
          <p:nvPr>
            <p:ph idx="2" type="pic"/>
          </p:nvPr>
        </p:nvSpPr>
        <p:spPr>
          <a:xfrm rot="-5400000">
            <a:off x="-113050" y="322725"/>
            <a:ext cx="4911300" cy="4450500"/>
          </a:xfrm>
          <a:prstGeom prst="round2SameRect">
            <a:avLst>
              <a:gd fmla="val 2860" name="adj1"/>
              <a:gd fmla="val 0" name="adj2"/>
            </a:avLst>
          </a:prstGeom>
          <a:noFill/>
          <a:ln>
            <a:noFill/>
          </a:ln>
        </p:spPr>
      </p:sp>
      <p:sp>
        <p:nvSpPr>
          <p:cNvPr id="120" name="Google Shape;120;p19"/>
          <p:cNvSpPr txBox="1"/>
          <p:nvPr>
            <p:ph idx="1" type="body"/>
          </p:nvPr>
        </p:nvSpPr>
        <p:spPr>
          <a:xfrm>
            <a:off x="5364025" y="704025"/>
            <a:ext cx="3437700" cy="3537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2"/>
              </a:buClr>
              <a:buSzPts val="1400"/>
              <a:buFont typeface="Albert Sans"/>
              <a:buChar char="●"/>
              <a:defRPr>
                <a:solidFill>
                  <a:schemeClr val="dk2"/>
                </a:solidFill>
              </a:defRPr>
            </a:lvl1pPr>
            <a:lvl2pPr indent="-317500" lvl="1" marL="914400">
              <a:spcBef>
                <a:spcPts val="0"/>
              </a:spcBef>
              <a:spcAft>
                <a:spcPts val="0"/>
              </a:spcAft>
              <a:buClr>
                <a:schemeClr val="dk2"/>
              </a:buClr>
              <a:buSzPts val="1400"/>
              <a:buFont typeface="Albert Sans"/>
              <a:buChar char="○"/>
              <a:defRPr>
                <a:solidFill>
                  <a:schemeClr val="dk2"/>
                </a:solidFill>
              </a:defRPr>
            </a:lvl2pPr>
            <a:lvl3pPr indent="-317500" lvl="2" marL="1371600">
              <a:spcBef>
                <a:spcPts val="0"/>
              </a:spcBef>
              <a:spcAft>
                <a:spcPts val="0"/>
              </a:spcAft>
              <a:buClr>
                <a:schemeClr val="dk2"/>
              </a:buClr>
              <a:buSzPts val="1400"/>
              <a:buFont typeface="Albert Sans"/>
              <a:buChar char="■"/>
              <a:defRPr>
                <a:solidFill>
                  <a:schemeClr val="dk2"/>
                </a:solidFill>
              </a:defRPr>
            </a:lvl3pPr>
            <a:lvl4pPr indent="-317500" lvl="3" marL="1828800">
              <a:spcBef>
                <a:spcPts val="0"/>
              </a:spcBef>
              <a:spcAft>
                <a:spcPts val="0"/>
              </a:spcAft>
              <a:buClr>
                <a:schemeClr val="dk2"/>
              </a:buClr>
              <a:buSzPts val="1400"/>
              <a:buFont typeface="Albert Sans"/>
              <a:buChar char="●"/>
              <a:defRPr>
                <a:solidFill>
                  <a:schemeClr val="dk2"/>
                </a:solidFill>
              </a:defRPr>
            </a:lvl4pPr>
            <a:lvl5pPr indent="-317500" lvl="4" marL="2286000">
              <a:spcBef>
                <a:spcPts val="0"/>
              </a:spcBef>
              <a:spcAft>
                <a:spcPts val="0"/>
              </a:spcAft>
              <a:buClr>
                <a:schemeClr val="dk2"/>
              </a:buClr>
              <a:buSzPts val="1400"/>
              <a:buFont typeface="Albert Sans"/>
              <a:buChar char="○"/>
              <a:defRPr>
                <a:solidFill>
                  <a:schemeClr val="dk2"/>
                </a:solidFill>
              </a:defRPr>
            </a:lvl5pPr>
            <a:lvl6pPr indent="-317500" lvl="5" marL="2743200">
              <a:spcBef>
                <a:spcPts val="0"/>
              </a:spcBef>
              <a:spcAft>
                <a:spcPts val="0"/>
              </a:spcAft>
              <a:buClr>
                <a:schemeClr val="dk2"/>
              </a:buClr>
              <a:buSzPts val="1400"/>
              <a:buFont typeface="Albert Sans"/>
              <a:buChar char="■"/>
              <a:defRPr>
                <a:solidFill>
                  <a:schemeClr val="dk2"/>
                </a:solidFill>
              </a:defRPr>
            </a:lvl6pPr>
            <a:lvl7pPr indent="-317500" lvl="6" marL="3200400">
              <a:spcBef>
                <a:spcPts val="0"/>
              </a:spcBef>
              <a:spcAft>
                <a:spcPts val="0"/>
              </a:spcAft>
              <a:buClr>
                <a:schemeClr val="dk2"/>
              </a:buClr>
              <a:buSzPts val="1400"/>
              <a:buFont typeface="Albert Sans"/>
              <a:buChar char="●"/>
              <a:defRPr>
                <a:solidFill>
                  <a:schemeClr val="dk2"/>
                </a:solidFill>
              </a:defRPr>
            </a:lvl7pPr>
            <a:lvl8pPr indent="-317500" lvl="7" marL="3657600">
              <a:spcBef>
                <a:spcPts val="0"/>
              </a:spcBef>
              <a:spcAft>
                <a:spcPts val="0"/>
              </a:spcAft>
              <a:buClr>
                <a:schemeClr val="dk2"/>
              </a:buClr>
              <a:buSzPts val="1400"/>
              <a:buFont typeface="Albert Sans"/>
              <a:buChar char="○"/>
              <a:defRPr>
                <a:solidFill>
                  <a:schemeClr val="dk2"/>
                </a:solidFill>
              </a:defRPr>
            </a:lvl8pPr>
            <a:lvl9pPr indent="-317500" lvl="8" marL="4114800">
              <a:spcBef>
                <a:spcPts val="0"/>
              </a:spcBef>
              <a:spcAft>
                <a:spcPts val="0"/>
              </a:spcAft>
              <a:buClr>
                <a:schemeClr val="dk2"/>
              </a:buClr>
              <a:buSzPts val="1400"/>
              <a:buFont typeface="Albert Sans"/>
              <a:buChar char="■"/>
              <a:defRPr>
                <a:solidFill>
                  <a:schemeClr val="dk2"/>
                </a:solidFill>
              </a:defRPr>
            </a:lvl9pPr>
          </a:lstStyle>
          <a:p/>
        </p:txBody>
      </p:sp>
      <p:sp>
        <p:nvSpPr>
          <p:cNvPr id="121" name="Google Shape;121;p19"/>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19"/>
          <p:cNvSpPr/>
          <p:nvPr>
            <p:ph idx="3" type="pic"/>
          </p:nvPr>
        </p:nvSpPr>
        <p:spPr>
          <a:xfrm>
            <a:off x="8596800" y="223475"/>
            <a:ext cx="318600" cy="318600"/>
          </a:xfrm>
          <a:prstGeom prst="ellipse">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Audience Venn Diagram">
  <p:cSld name="CUSTOM_10">
    <p:spTree>
      <p:nvGrpSpPr>
        <p:cNvPr id="123" name="Shape 123"/>
        <p:cNvGrpSpPr/>
        <p:nvPr/>
      </p:nvGrpSpPr>
      <p:grpSpPr>
        <a:xfrm>
          <a:off x="0" y="0"/>
          <a:ext cx="0" cy="0"/>
          <a:chOff x="0" y="0"/>
          <a:chExt cx="0" cy="0"/>
        </a:xfrm>
      </p:grpSpPr>
      <p:sp>
        <p:nvSpPr>
          <p:cNvPr id="124" name="Google Shape;124;p20"/>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5" name="Google Shape;125;p20"/>
          <p:cNvSpPr txBox="1"/>
          <p:nvPr>
            <p:ph idx="2" type="title"/>
          </p:nvPr>
        </p:nvSpPr>
        <p:spPr>
          <a:xfrm>
            <a:off x="956150" y="394200"/>
            <a:ext cx="35586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400"/>
              <a:buFont typeface="Albert Sans"/>
              <a:buNone/>
              <a:defRPr sz="1400">
                <a:latin typeface="Albert Sans"/>
                <a:ea typeface="Albert Sans"/>
                <a:cs typeface="Albert Sans"/>
                <a:sym typeface="Albert Sans"/>
              </a:defRPr>
            </a:lvl1pPr>
            <a:lvl2pPr lvl="1">
              <a:spcBef>
                <a:spcPts val="0"/>
              </a:spcBef>
              <a:spcAft>
                <a:spcPts val="0"/>
              </a:spcAft>
              <a:buClr>
                <a:schemeClr val="lt1"/>
              </a:buClr>
              <a:buSzPts val="1400"/>
              <a:buFont typeface="Albert Sans"/>
              <a:buNone/>
              <a:defRPr>
                <a:latin typeface="Albert Sans"/>
                <a:ea typeface="Albert Sans"/>
                <a:cs typeface="Albert Sans"/>
                <a:sym typeface="Albert Sans"/>
              </a:defRPr>
            </a:lvl2pPr>
            <a:lvl3pPr lvl="2">
              <a:spcBef>
                <a:spcPts val="0"/>
              </a:spcBef>
              <a:spcAft>
                <a:spcPts val="0"/>
              </a:spcAft>
              <a:buClr>
                <a:schemeClr val="lt1"/>
              </a:buClr>
              <a:buSzPts val="1400"/>
              <a:buFont typeface="Albert Sans"/>
              <a:buNone/>
              <a:defRPr>
                <a:latin typeface="Albert Sans"/>
                <a:ea typeface="Albert Sans"/>
                <a:cs typeface="Albert Sans"/>
                <a:sym typeface="Albert Sans"/>
              </a:defRPr>
            </a:lvl3pPr>
            <a:lvl4pPr lvl="3">
              <a:spcBef>
                <a:spcPts val="0"/>
              </a:spcBef>
              <a:spcAft>
                <a:spcPts val="0"/>
              </a:spcAft>
              <a:buClr>
                <a:schemeClr val="lt1"/>
              </a:buClr>
              <a:buSzPts val="1400"/>
              <a:buFont typeface="Albert Sans"/>
              <a:buNone/>
              <a:defRPr>
                <a:latin typeface="Albert Sans"/>
                <a:ea typeface="Albert Sans"/>
                <a:cs typeface="Albert Sans"/>
                <a:sym typeface="Albert Sans"/>
              </a:defRPr>
            </a:lvl4pPr>
            <a:lvl5pPr lvl="4">
              <a:spcBef>
                <a:spcPts val="0"/>
              </a:spcBef>
              <a:spcAft>
                <a:spcPts val="0"/>
              </a:spcAft>
              <a:buClr>
                <a:schemeClr val="lt1"/>
              </a:buClr>
              <a:buSzPts val="1400"/>
              <a:buFont typeface="Albert Sans"/>
              <a:buNone/>
              <a:defRPr>
                <a:latin typeface="Albert Sans"/>
                <a:ea typeface="Albert Sans"/>
                <a:cs typeface="Albert Sans"/>
                <a:sym typeface="Albert Sans"/>
              </a:defRPr>
            </a:lvl5pPr>
            <a:lvl6pPr lvl="5">
              <a:spcBef>
                <a:spcPts val="0"/>
              </a:spcBef>
              <a:spcAft>
                <a:spcPts val="0"/>
              </a:spcAft>
              <a:buClr>
                <a:schemeClr val="lt1"/>
              </a:buClr>
              <a:buSzPts val="1400"/>
              <a:buFont typeface="Albert Sans"/>
              <a:buNone/>
              <a:defRPr>
                <a:latin typeface="Albert Sans"/>
                <a:ea typeface="Albert Sans"/>
                <a:cs typeface="Albert Sans"/>
                <a:sym typeface="Albert Sans"/>
              </a:defRPr>
            </a:lvl6pPr>
            <a:lvl7pPr lvl="6">
              <a:spcBef>
                <a:spcPts val="0"/>
              </a:spcBef>
              <a:spcAft>
                <a:spcPts val="0"/>
              </a:spcAft>
              <a:buClr>
                <a:schemeClr val="lt1"/>
              </a:buClr>
              <a:buSzPts val="1400"/>
              <a:buFont typeface="Albert Sans"/>
              <a:buNone/>
              <a:defRPr>
                <a:latin typeface="Albert Sans"/>
                <a:ea typeface="Albert Sans"/>
                <a:cs typeface="Albert Sans"/>
                <a:sym typeface="Albert Sans"/>
              </a:defRPr>
            </a:lvl7pPr>
            <a:lvl8pPr lvl="7">
              <a:spcBef>
                <a:spcPts val="0"/>
              </a:spcBef>
              <a:spcAft>
                <a:spcPts val="0"/>
              </a:spcAft>
              <a:buClr>
                <a:schemeClr val="lt1"/>
              </a:buClr>
              <a:buSzPts val="1400"/>
              <a:buFont typeface="Albert Sans"/>
              <a:buNone/>
              <a:defRPr>
                <a:latin typeface="Albert Sans"/>
                <a:ea typeface="Albert Sans"/>
                <a:cs typeface="Albert Sans"/>
                <a:sym typeface="Albert Sans"/>
              </a:defRPr>
            </a:lvl8pPr>
            <a:lvl9pPr lvl="8">
              <a:spcBef>
                <a:spcPts val="0"/>
              </a:spcBef>
              <a:spcAft>
                <a:spcPts val="0"/>
              </a:spcAft>
              <a:buClr>
                <a:schemeClr val="lt1"/>
              </a:buClr>
              <a:buSzPts val="1400"/>
              <a:buFont typeface="Albert Sans"/>
              <a:buNone/>
              <a:defRPr>
                <a:latin typeface="Albert Sans"/>
                <a:ea typeface="Albert Sans"/>
                <a:cs typeface="Albert Sans"/>
                <a:sym typeface="Albert Sans"/>
              </a:defRPr>
            </a:lvl9pPr>
          </a:lstStyle>
          <a:p/>
        </p:txBody>
      </p:sp>
      <p:sp>
        <p:nvSpPr>
          <p:cNvPr id="126" name="Google Shape;126;p20"/>
          <p:cNvSpPr/>
          <p:nvPr>
            <p:ph idx="3" type="pic"/>
          </p:nvPr>
        </p:nvSpPr>
        <p:spPr>
          <a:xfrm>
            <a:off x="8596800" y="223475"/>
            <a:ext cx="318600" cy="318600"/>
          </a:xfrm>
          <a:prstGeom prst="ellipse">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f 3 Concepts">
  <p:cSld name="CUSTOM_11">
    <p:bg>
      <p:bgPr>
        <a:solidFill>
          <a:schemeClr val="accent2"/>
        </a:solidFill>
      </p:bgPr>
    </p:bg>
    <p:spTree>
      <p:nvGrpSpPr>
        <p:cNvPr id="127" name="Shape 127"/>
        <p:cNvGrpSpPr/>
        <p:nvPr/>
      </p:nvGrpSpPr>
      <p:grpSpPr>
        <a:xfrm>
          <a:off x="0" y="0"/>
          <a:ext cx="0" cy="0"/>
          <a:chOff x="0" y="0"/>
          <a:chExt cx="0" cy="0"/>
        </a:xfrm>
      </p:grpSpPr>
      <p:sp>
        <p:nvSpPr>
          <p:cNvPr id="128" name="Google Shape;128;p21"/>
          <p:cNvSpPr/>
          <p:nvPr/>
        </p:nvSpPr>
        <p:spPr>
          <a:xfrm>
            <a:off x="116350" y="93175"/>
            <a:ext cx="8904000" cy="4914900"/>
          </a:xfrm>
          <a:prstGeom prst="roundRect">
            <a:avLst>
              <a:gd fmla="val 261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1"/>
          <p:cNvSpPr txBox="1"/>
          <p:nvPr>
            <p:ph type="title"/>
          </p:nvPr>
        </p:nvSpPr>
        <p:spPr>
          <a:xfrm>
            <a:off x="941780" y="715125"/>
            <a:ext cx="7860000" cy="8304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1pPr>
            <a:lvl2pPr lvl="1">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2pPr>
            <a:lvl3pPr lvl="2">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3pPr>
            <a:lvl4pPr lvl="3">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4pPr>
            <a:lvl5pPr lvl="4">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5pPr>
            <a:lvl6pPr lvl="5">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6pPr>
            <a:lvl7pPr lvl="6">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7pPr>
            <a:lvl8pPr lvl="7">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8pPr>
            <a:lvl9pPr lvl="8">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9pPr>
          </a:lstStyle>
          <a:p/>
        </p:txBody>
      </p:sp>
      <p:sp>
        <p:nvSpPr>
          <p:cNvPr id="130" name="Google Shape;130;p21"/>
          <p:cNvSpPr txBox="1"/>
          <p:nvPr>
            <p:ph idx="1" type="body"/>
          </p:nvPr>
        </p:nvSpPr>
        <p:spPr>
          <a:xfrm>
            <a:off x="1188971" y="2402817"/>
            <a:ext cx="1893300" cy="1685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31" name="Google Shape;131;p21"/>
          <p:cNvSpPr txBox="1"/>
          <p:nvPr>
            <p:ph idx="2" type="body"/>
          </p:nvPr>
        </p:nvSpPr>
        <p:spPr>
          <a:xfrm>
            <a:off x="3628515" y="2402817"/>
            <a:ext cx="1893300" cy="1685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32" name="Google Shape;132;p21"/>
          <p:cNvSpPr txBox="1"/>
          <p:nvPr>
            <p:ph idx="3" type="subTitle"/>
          </p:nvPr>
        </p:nvSpPr>
        <p:spPr>
          <a:xfrm>
            <a:off x="1078092" y="1852966"/>
            <a:ext cx="21255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33" name="Google Shape;133;p21"/>
          <p:cNvSpPr txBox="1"/>
          <p:nvPr>
            <p:ph idx="4" type="subTitle"/>
          </p:nvPr>
        </p:nvSpPr>
        <p:spPr>
          <a:xfrm>
            <a:off x="3524146" y="1852966"/>
            <a:ext cx="21255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34" name="Google Shape;134;p21"/>
          <p:cNvSpPr txBox="1"/>
          <p:nvPr>
            <p:ph idx="5" type="subTitle"/>
          </p:nvPr>
        </p:nvSpPr>
        <p:spPr>
          <a:xfrm>
            <a:off x="5970200" y="1852966"/>
            <a:ext cx="21255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35" name="Google Shape;135;p21"/>
          <p:cNvSpPr txBox="1"/>
          <p:nvPr>
            <p:ph idx="6" type="body"/>
          </p:nvPr>
        </p:nvSpPr>
        <p:spPr>
          <a:xfrm>
            <a:off x="6068972" y="2402817"/>
            <a:ext cx="1893300" cy="1685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36" name="Google Shape;136;p21"/>
          <p:cNvSpPr/>
          <p:nvPr>
            <p:ph idx="7" type="pic"/>
          </p:nvPr>
        </p:nvSpPr>
        <p:spPr>
          <a:xfrm>
            <a:off x="8596800" y="223475"/>
            <a:ext cx="318600" cy="318600"/>
          </a:xfrm>
          <a:prstGeom prst="ellipse">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f 6 Concepts">
  <p:cSld name="CUSTOM_11_1">
    <p:bg>
      <p:bgPr>
        <a:solidFill>
          <a:schemeClr val="accent2"/>
        </a:solidFill>
      </p:bgPr>
    </p:bg>
    <p:spTree>
      <p:nvGrpSpPr>
        <p:cNvPr id="137" name="Shape 137"/>
        <p:cNvGrpSpPr/>
        <p:nvPr/>
      </p:nvGrpSpPr>
      <p:grpSpPr>
        <a:xfrm>
          <a:off x="0" y="0"/>
          <a:ext cx="0" cy="0"/>
          <a:chOff x="0" y="0"/>
          <a:chExt cx="0" cy="0"/>
        </a:xfrm>
      </p:grpSpPr>
      <p:sp>
        <p:nvSpPr>
          <p:cNvPr id="138" name="Google Shape;138;p22"/>
          <p:cNvSpPr/>
          <p:nvPr/>
        </p:nvSpPr>
        <p:spPr>
          <a:xfrm>
            <a:off x="116350" y="93175"/>
            <a:ext cx="8904000" cy="4914900"/>
          </a:xfrm>
          <a:prstGeom prst="roundRect">
            <a:avLst>
              <a:gd fmla="val 261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2"/>
          <p:cNvSpPr txBox="1"/>
          <p:nvPr>
            <p:ph idx="1" type="subTitle"/>
          </p:nvPr>
        </p:nvSpPr>
        <p:spPr>
          <a:xfrm>
            <a:off x="1062065" y="917207"/>
            <a:ext cx="20211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40" name="Google Shape;140;p22"/>
          <p:cNvSpPr txBox="1"/>
          <p:nvPr>
            <p:ph idx="2" type="subTitle"/>
          </p:nvPr>
        </p:nvSpPr>
        <p:spPr>
          <a:xfrm>
            <a:off x="3507690" y="917207"/>
            <a:ext cx="20211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41" name="Google Shape;141;p22"/>
          <p:cNvSpPr txBox="1"/>
          <p:nvPr>
            <p:ph idx="3" type="subTitle"/>
          </p:nvPr>
        </p:nvSpPr>
        <p:spPr>
          <a:xfrm>
            <a:off x="5956640" y="917207"/>
            <a:ext cx="20211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42" name="Google Shape;142;p22"/>
          <p:cNvSpPr txBox="1"/>
          <p:nvPr>
            <p:ph idx="4" type="body"/>
          </p:nvPr>
        </p:nvSpPr>
        <p:spPr>
          <a:xfrm>
            <a:off x="1172475" y="1372575"/>
            <a:ext cx="1913100" cy="810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43" name="Google Shape;143;p22"/>
          <p:cNvSpPr txBox="1"/>
          <p:nvPr>
            <p:ph idx="5" type="body"/>
          </p:nvPr>
        </p:nvSpPr>
        <p:spPr>
          <a:xfrm>
            <a:off x="3618100" y="1372575"/>
            <a:ext cx="1913100" cy="810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44" name="Google Shape;144;p22"/>
          <p:cNvSpPr txBox="1"/>
          <p:nvPr>
            <p:ph idx="6" type="body"/>
          </p:nvPr>
        </p:nvSpPr>
        <p:spPr>
          <a:xfrm>
            <a:off x="6067050" y="1372575"/>
            <a:ext cx="1913100" cy="810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45" name="Google Shape;145;p22"/>
          <p:cNvSpPr txBox="1"/>
          <p:nvPr>
            <p:ph idx="7" type="subTitle"/>
          </p:nvPr>
        </p:nvSpPr>
        <p:spPr>
          <a:xfrm>
            <a:off x="5956640" y="2552219"/>
            <a:ext cx="20211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46" name="Google Shape;146;p22"/>
          <p:cNvSpPr txBox="1"/>
          <p:nvPr>
            <p:ph idx="8" type="body"/>
          </p:nvPr>
        </p:nvSpPr>
        <p:spPr>
          <a:xfrm>
            <a:off x="3618088" y="3007588"/>
            <a:ext cx="1913100" cy="810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47" name="Google Shape;147;p22"/>
          <p:cNvSpPr txBox="1"/>
          <p:nvPr>
            <p:ph idx="9" type="subTitle"/>
          </p:nvPr>
        </p:nvSpPr>
        <p:spPr>
          <a:xfrm>
            <a:off x="3508752" y="2552219"/>
            <a:ext cx="20211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48" name="Google Shape;148;p22"/>
          <p:cNvSpPr txBox="1"/>
          <p:nvPr>
            <p:ph idx="13" type="body"/>
          </p:nvPr>
        </p:nvSpPr>
        <p:spPr>
          <a:xfrm>
            <a:off x="1171275" y="3007588"/>
            <a:ext cx="1913100" cy="810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49" name="Google Shape;149;p22"/>
          <p:cNvSpPr txBox="1"/>
          <p:nvPr>
            <p:ph idx="14" type="subTitle"/>
          </p:nvPr>
        </p:nvSpPr>
        <p:spPr>
          <a:xfrm>
            <a:off x="1060865" y="2552219"/>
            <a:ext cx="20211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50" name="Google Shape;150;p22"/>
          <p:cNvSpPr txBox="1"/>
          <p:nvPr>
            <p:ph idx="15" type="body"/>
          </p:nvPr>
        </p:nvSpPr>
        <p:spPr>
          <a:xfrm>
            <a:off x="6067050" y="3007588"/>
            <a:ext cx="1913100" cy="810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51" name="Google Shape;151;p22"/>
          <p:cNvSpPr txBox="1"/>
          <p:nvPr>
            <p:ph type="title"/>
          </p:nvPr>
        </p:nvSpPr>
        <p:spPr>
          <a:xfrm>
            <a:off x="956150" y="327150"/>
            <a:ext cx="35586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52" name="Google Shape;152;p22"/>
          <p:cNvSpPr/>
          <p:nvPr>
            <p:ph idx="16" type="pic"/>
          </p:nvPr>
        </p:nvSpPr>
        <p:spPr>
          <a:xfrm>
            <a:off x="8596800" y="223475"/>
            <a:ext cx="318600" cy="318600"/>
          </a:xfrm>
          <a:prstGeom prst="ellipse">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Size Graph">
  <p:cSld name="CUSTOM_12">
    <p:spTree>
      <p:nvGrpSpPr>
        <p:cNvPr id="153" name="Shape 153"/>
        <p:cNvGrpSpPr/>
        <p:nvPr/>
      </p:nvGrpSpPr>
      <p:grpSpPr>
        <a:xfrm>
          <a:off x="0" y="0"/>
          <a:ext cx="0" cy="0"/>
          <a:chOff x="0" y="0"/>
          <a:chExt cx="0" cy="0"/>
        </a:xfrm>
      </p:grpSpPr>
      <p:sp>
        <p:nvSpPr>
          <p:cNvPr id="154" name="Google Shape;154;p23"/>
          <p:cNvSpPr txBox="1"/>
          <p:nvPr>
            <p:ph idx="1" type="subTitle"/>
          </p:nvPr>
        </p:nvSpPr>
        <p:spPr>
          <a:xfrm>
            <a:off x="960850" y="3191652"/>
            <a:ext cx="4082700" cy="156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None/>
              <a:defRPr b="0"/>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p:txBody>
      </p:sp>
      <p:sp>
        <p:nvSpPr>
          <p:cNvPr id="155" name="Google Shape;155;p23"/>
          <p:cNvSpPr txBox="1"/>
          <p:nvPr>
            <p:ph type="title"/>
          </p:nvPr>
        </p:nvSpPr>
        <p:spPr>
          <a:xfrm>
            <a:off x="932850" y="730375"/>
            <a:ext cx="4082700" cy="2103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1pPr>
            <a:lvl2pPr lvl="1">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2pPr>
            <a:lvl3pPr lvl="2">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3pPr>
            <a:lvl4pPr lvl="3">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4pPr>
            <a:lvl5pPr lvl="4">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5pPr>
            <a:lvl6pPr lvl="5">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6pPr>
            <a:lvl7pPr lvl="6">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7pPr>
            <a:lvl8pPr lvl="7">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8pPr>
            <a:lvl9pPr lvl="8">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9pPr>
          </a:lstStyle>
          <a:p/>
        </p:txBody>
      </p:sp>
      <p:sp>
        <p:nvSpPr>
          <p:cNvPr id="156" name="Google Shape;156;p23"/>
          <p:cNvSpPr txBox="1"/>
          <p:nvPr>
            <p:ph idx="2"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23"/>
          <p:cNvSpPr/>
          <p:nvPr>
            <p:ph idx="3" type="pic"/>
          </p:nvPr>
        </p:nvSpPr>
        <p:spPr>
          <a:xfrm>
            <a:off x="8596800" y="223475"/>
            <a:ext cx="318600" cy="318600"/>
          </a:xfrm>
          <a:prstGeom prst="ellipse">
            <a:avLst/>
          </a:prstGeom>
          <a:no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Graph">
  <p:cSld name="CUSTOM_13">
    <p:bg>
      <p:bgPr>
        <a:solidFill>
          <a:schemeClr val="accent2"/>
        </a:solidFill>
      </p:bgPr>
    </p:bg>
    <p:spTree>
      <p:nvGrpSpPr>
        <p:cNvPr id="158" name="Shape 158"/>
        <p:cNvGrpSpPr/>
        <p:nvPr/>
      </p:nvGrpSpPr>
      <p:grpSpPr>
        <a:xfrm>
          <a:off x="0" y="0"/>
          <a:ext cx="0" cy="0"/>
          <a:chOff x="0" y="0"/>
          <a:chExt cx="0" cy="0"/>
        </a:xfrm>
      </p:grpSpPr>
      <p:sp>
        <p:nvSpPr>
          <p:cNvPr id="159" name="Google Shape;159;p24"/>
          <p:cNvSpPr/>
          <p:nvPr/>
        </p:nvSpPr>
        <p:spPr>
          <a:xfrm>
            <a:off x="114300" y="114300"/>
            <a:ext cx="8915400" cy="4914900"/>
          </a:xfrm>
          <a:prstGeom prst="roundRect">
            <a:avLst>
              <a:gd fmla="val 3305"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4"/>
          <p:cNvSpPr txBox="1"/>
          <p:nvPr>
            <p:ph idx="1" type="subTitle"/>
          </p:nvPr>
        </p:nvSpPr>
        <p:spPr>
          <a:xfrm>
            <a:off x="5251039" y="2593520"/>
            <a:ext cx="2571600" cy="1568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None/>
              <a:defRPr b="0">
                <a:solidFill>
                  <a:schemeClr val="dk2"/>
                </a:solidFill>
              </a:defRPr>
            </a:lvl1pPr>
            <a:lvl2pPr lvl="1">
              <a:spcBef>
                <a:spcPts val="0"/>
              </a:spcBef>
              <a:spcAft>
                <a:spcPts val="0"/>
              </a:spcAft>
              <a:buClr>
                <a:schemeClr val="dk2"/>
              </a:buClr>
              <a:buSzPts val="1400"/>
              <a:buFont typeface="Albert Sans"/>
              <a:buNone/>
              <a:defRPr>
                <a:solidFill>
                  <a:schemeClr val="dk2"/>
                </a:solidFill>
              </a:defRPr>
            </a:lvl2pPr>
            <a:lvl3pPr lvl="2">
              <a:spcBef>
                <a:spcPts val="0"/>
              </a:spcBef>
              <a:spcAft>
                <a:spcPts val="0"/>
              </a:spcAft>
              <a:buClr>
                <a:schemeClr val="dk2"/>
              </a:buClr>
              <a:buSzPts val="1400"/>
              <a:buFont typeface="Albert Sans"/>
              <a:buNone/>
              <a:defRPr>
                <a:solidFill>
                  <a:schemeClr val="dk2"/>
                </a:solidFill>
              </a:defRPr>
            </a:lvl3pPr>
            <a:lvl4pPr lvl="3">
              <a:spcBef>
                <a:spcPts val="0"/>
              </a:spcBef>
              <a:spcAft>
                <a:spcPts val="0"/>
              </a:spcAft>
              <a:buClr>
                <a:schemeClr val="dk2"/>
              </a:buClr>
              <a:buSzPts val="1400"/>
              <a:buFont typeface="Albert Sans"/>
              <a:buNone/>
              <a:defRPr>
                <a:solidFill>
                  <a:schemeClr val="dk2"/>
                </a:solidFill>
              </a:defRPr>
            </a:lvl4pPr>
            <a:lvl5pPr lvl="4">
              <a:spcBef>
                <a:spcPts val="0"/>
              </a:spcBef>
              <a:spcAft>
                <a:spcPts val="0"/>
              </a:spcAft>
              <a:buClr>
                <a:schemeClr val="dk2"/>
              </a:buClr>
              <a:buSzPts val="1400"/>
              <a:buFont typeface="Albert Sans"/>
              <a:buNone/>
              <a:defRPr>
                <a:solidFill>
                  <a:schemeClr val="dk2"/>
                </a:solidFill>
              </a:defRPr>
            </a:lvl5pPr>
            <a:lvl6pPr lvl="5">
              <a:spcBef>
                <a:spcPts val="0"/>
              </a:spcBef>
              <a:spcAft>
                <a:spcPts val="0"/>
              </a:spcAft>
              <a:buClr>
                <a:schemeClr val="dk2"/>
              </a:buClr>
              <a:buSzPts val="1400"/>
              <a:buFont typeface="Albert Sans"/>
              <a:buNone/>
              <a:defRPr>
                <a:solidFill>
                  <a:schemeClr val="dk2"/>
                </a:solidFill>
              </a:defRPr>
            </a:lvl6pPr>
            <a:lvl7pPr lvl="6">
              <a:spcBef>
                <a:spcPts val="0"/>
              </a:spcBef>
              <a:spcAft>
                <a:spcPts val="0"/>
              </a:spcAft>
              <a:buClr>
                <a:schemeClr val="dk2"/>
              </a:buClr>
              <a:buSzPts val="1400"/>
              <a:buFont typeface="Albert Sans"/>
              <a:buNone/>
              <a:defRPr>
                <a:solidFill>
                  <a:schemeClr val="dk2"/>
                </a:solidFill>
              </a:defRPr>
            </a:lvl7pPr>
            <a:lvl8pPr lvl="7">
              <a:spcBef>
                <a:spcPts val="0"/>
              </a:spcBef>
              <a:spcAft>
                <a:spcPts val="0"/>
              </a:spcAft>
              <a:buClr>
                <a:schemeClr val="dk2"/>
              </a:buClr>
              <a:buSzPts val="1400"/>
              <a:buFont typeface="Albert Sans"/>
              <a:buNone/>
              <a:defRPr>
                <a:solidFill>
                  <a:schemeClr val="dk2"/>
                </a:solidFill>
              </a:defRPr>
            </a:lvl8pPr>
            <a:lvl9pPr lvl="8">
              <a:spcBef>
                <a:spcPts val="0"/>
              </a:spcBef>
              <a:spcAft>
                <a:spcPts val="0"/>
              </a:spcAft>
              <a:buClr>
                <a:schemeClr val="dk2"/>
              </a:buClr>
              <a:buSzPts val="1400"/>
              <a:buFont typeface="Albert Sans"/>
              <a:buNone/>
              <a:defRPr>
                <a:solidFill>
                  <a:schemeClr val="dk2"/>
                </a:solidFill>
              </a:defRPr>
            </a:lvl9pPr>
          </a:lstStyle>
          <a:p/>
        </p:txBody>
      </p:sp>
      <p:sp>
        <p:nvSpPr>
          <p:cNvPr id="161" name="Google Shape;161;p24"/>
          <p:cNvSpPr txBox="1"/>
          <p:nvPr>
            <p:ph idx="2" type="subTitle"/>
          </p:nvPr>
        </p:nvSpPr>
        <p:spPr>
          <a:xfrm>
            <a:off x="5233275" y="763675"/>
            <a:ext cx="3576600" cy="1339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400"/>
              <a:buFont typeface="Nanum Myeongjo"/>
              <a:buNone/>
              <a:defRPr b="0" sz="2400">
                <a:solidFill>
                  <a:schemeClr val="dk2"/>
                </a:solidFill>
                <a:latin typeface="Nanum Myeongjo"/>
                <a:ea typeface="Nanum Myeongjo"/>
                <a:cs typeface="Nanum Myeongjo"/>
                <a:sym typeface="Nanum Myeongjo"/>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62" name="Google Shape;162;p24"/>
          <p:cNvSpPr txBox="1"/>
          <p:nvPr>
            <p:ph type="title"/>
          </p:nvPr>
        </p:nvSpPr>
        <p:spPr>
          <a:xfrm>
            <a:off x="956150" y="327150"/>
            <a:ext cx="35586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Albert Sans"/>
              <a:buNone/>
              <a:defRPr b="1" sz="1400">
                <a:solidFill>
                  <a:schemeClr val="accent2"/>
                </a:solidFill>
                <a:latin typeface="Albert Sans"/>
                <a:ea typeface="Albert Sans"/>
                <a:cs typeface="Albert Sans"/>
                <a:sym typeface="Albert Sans"/>
              </a:defRPr>
            </a:lvl1pPr>
            <a:lvl2pPr lvl="1">
              <a:spcBef>
                <a:spcPts val="0"/>
              </a:spcBef>
              <a:spcAft>
                <a:spcPts val="0"/>
              </a:spcAft>
              <a:buClr>
                <a:schemeClr val="accent2"/>
              </a:buClr>
              <a:buSzPts val="1400"/>
              <a:buNone/>
              <a:defRPr>
                <a:solidFill>
                  <a:schemeClr val="accent2"/>
                </a:solidFill>
              </a:defRPr>
            </a:lvl2pPr>
            <a:lvl3pPr lvl="2">
              <a:spcBef>
                <a:spcPts val="0"/>
              </a:spcBef>
              <a:spcAft>
                <a:spcPts val="0"/>
              </a:spcAft>
              <a:buClr>
                <a:schemeClr val="accent2"/>
              </a:buClr>
              <a:buSzPts val="1400"/>
              <a:buNone/>
              <a:defRPr>
                <a:solidFill>
                  <a:schemeClr val="accent2"/>
                </a:solidFill>
              </a:defRPr>
            </a:lvl3pPr>
            <a:lvl4pPr lvl="3">
              <a:spcBef>
                <a:spcPts val="0"/>
              </a:spcBef>
              <a:spcAft>
                <a:spcPts val="0"/>
              </a:spcAft>
              <a:buClr>
                <a:schemeClr val="accent2"/>
              </a:buClr>
              <a:buSzPts val="1400"/>
              <a:buNone/>
              <a:defRPr>
                <a:solidFill>
                  <a:schemeClr val="accent2"/>
                </a:solidFill>
              </a:defRPr>
            </a:lvl4pPr>
            <a:lvl5pPr lvl="4">
              <a:spcBef>
                <a:spcPts val="0"/>
              </a:spcBef>
              <a:spcAft>
                <a:spcPts val="0"/>
              </a:spcAft>
              <a:buClr>
                <a:schemeClr val="accent2"/>
              </a:buClr>
              <a:buSzPts val="1400"/>
              <a:buNone/>
              <a:defRPr>
                <a:solidFill>
                  <a:schemeClr val="accent2"/>
                </a:solidFill>
              </a:defRPr>
            </a:lvl5pPr>
            <a:lvl6pPr lvl="5">
              <a:spcBef>
                <a:spcPts val="0"/>
              </a:spcBef>
              <a:spcAft>
                <a:spcPts val="0"/>
              </a:spcAft>
              <a:buClr>
                <a:schemeClr val="accent2"/>
              </a:buClr>
              <a:buSzPts val="1400"/>
              <a:buNone/>
              <a:defRPr>
                <a:solidFill>
                  <a:schemeClr val="accent2"/>
                </a:solidFill>
              </a:defRPr>
            </a:lvl6pPr>
            <a:lvl7pPr lvl="6">
              <a:spcBef>
                <a:spcPts val="0"/>
              </a:spcBef>
              <a:spcAft>
                <a:spcPts val="0"/>
              </a:spcAft>
              <a:buClr>
                <a:schemeClr val="accent2"/>
              </a:buClr>
              <a:buSzPts val="1400"/>
              <a:buNone/>
              <a:defRPr>
                <a:solidFill>
                  <a:schemeClr val="accent2"/>
                </a:solidFill>
              </a:defRPr>
            </a:lvl7pPr>
            <a:lvl8pPr lvl="7">
              <a:spcBef>
                <a:spcPts val="0"/>
              </a:spcBef>
              <a:spcAft>
                <a:spcPts val="0"/>
              </a:spcAft>
              <a:buClr>
                <a:schemeClr val="accent2"/>
              </a:buClr>
              <a:buSzPts val="1400"/>
              <a:buNone/>
              <a:defRPr>
                <a:solidFill>
                  <a:schemeClr val="accent2"/>
                </a:solidFill>
              </a:defRPr>
            </a:lvl8pPr>
            <a:lvl9pPr lvl="8">
              <a:spcBef>
                <a:spcPts val="0"/>
              </a:spcBef>
              <a:spcAft>
                <a:spcPts val="0"/>
              </a:spcAft>
              <a:buClr>
                <a:schemeClr val="accent2"/>
              </a:buClr>
              <a:buSzPts val="1400"/>
              <a:buNone/>
              <a:defRPr>
                <a:solidFill>
                  <a:schemeClr val="accent2"/>
                </a:solidFill>
              </a:defRPr>
            </a:lvl9pPr>
          </a:lstStyle>
          <a:p/>
        </p:txBody>
      </p:sp>
      <p:sp>
        <p:nvSpPr>
          <p:cNvPr id="163" name="Google Shape;163;p24"/>
          <p:cNvSpPr txBox="1"/>
          <p:nvPr>
            <p:ph idx="3" type="title"/>
          </p:nvPr>
        </p:nvSpPr>
        <p:spPr>
          <a:xfrm>
            <a:off x="5251132" y="327150"/>
            <a:ext cx="35586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Albert Sans"/>
              <a:buNone/>
              <a:defRPr b="1" sz="1400">
                <a:solidFill>
                  <a:schemeClr val="accent2"/>
                </a:solidFill>
                <a:latin typeface="Albert Sans"/>
                <a:ea typeface="Albert Sans"/>
                <a:cs typeface="Albert Sans"/>
                <a:sym typeface="Albert Sans"/>
              </a:defRPr>
            </a:lvl1pPr>
            <a:lvl2pPr lvl="1">
              <a:spcBef>
                <a:spcPts val="0"/>
              </a:spcBef>
              <a:spcAft>
                <a:spcPts val="0"/>
              </a:spcAft>
              <a:buClr>
                <a:schemeClr val="accent2"/>
              </a:buClr>
              <a:buSzPts val="1400"/>
              <a:buNone/>
              <a:defRPr>
                <a:solidFill>
                  <a:schemeClr val="accent2"/>
                </a:solidFill>
              </a:defRPr>
            </a:lvl2pPr>
            <a:lvl3pPr lvl="2">
              <a:spcBef>
                <a:spcPts val="0"/>
              </a:spcBef>
              <a:spcAft>
                <a:spcPts val="0"/>
              </a:spcAft>
              <a:buClr>
                <a:schemeClr val="accent2"/>
              </a:buClr>
              <a:buSzPts val="1400"/>
              <a:buNone/>
              <a:defRPr>
                <a:solidFill>
                  <a:schemeClr val="accent2"/>
                </a:solidFill>
              </a:defRPr>
            </a:lvl3pPr>
            <a:lvl4pPr lvl="3">
              <a:spcBef>
                <a:spcPts val="0"/>
              </a:spcBef>
              <a:spcAft>
                <a:spcPts val="0"/>
              </a:spcAft>
              <a:buClr>
                <a:schemeClr val="accent2"/>
              </a:buClr>
              <a:buSzPts val="1400"/>
              <a:buNone/>
              <a:defRPr>
                <a:solidFill>
                  <a:schemeClr val="accent2"/>
                </a:solidFill>
              </a:defRPr>
            </a:lvl4pPr>
            <a:lvl5pPr lvl="4">
              <a:spcBef>
                <a:spcPts val="0"/>
              </a:spcBef>
              <a:spcAft>
                <a:spcPts val="0"/>
              </a:spcAft>
              <a:buClr>
                <a:schemeClr val="accent2"/>
              </a:buClr>
              <a:buSzPts val="1400"/>
              <a:buNone/>
              <a:defRPr>
                <a:solidFill>
                  <a:schemeClr val="accent2"/>
                </a:solidFill>
              </a:defRPr>
            </a:lvl5pPr>
            <a:lvl6pPr lvl="5">
              <a:spcBef>
                <a:spcPts val="0"/>
              </a:spcBef>
              <a:spcAft>
                <a:spcPts val="0"/>
              </a:spcAft>
              <a:buClr>
                <a:schemeClr val="accent2"/>
              </a:buClr>
              <a:buSzPts val="1400"/>
              <a:buNone/>
              <a:defRPr>
                <a:solidFill>
                  <a:schemeClr val="accent2"/>
                </a:solidFill>
              </a:defRPr>
            </a:lvl6pPr>
            <a:lvl7pPr lvl="6">
              <a:spcBef>
                <a:spcPts val="0"/>
              </a:spcBef>
              <a:spcAft>
                <a:spcPts val="0"/>
              </a:spcAft>
              <a:buClr>
                <a:schemeClr val="accent2"/>
              </a:buClr>
              <a:buSzPts val="1400"/>
              <a:buNone/>
              <a:defRPr>
                <a:solidFill>
                  <a:schemeClr val="accent2"/>
                </a:solidFill>
              </a:defRPr>
            </a:lvl7pPr>
            <a:lvl8pPr lvl="7">
              <a:spcBef>
                <a:spcPts val="0"/>
              </a:spcBef>
              <a:spcAft>
                <a:spcPts val="0"/>
              </a:spcAft>
              <a:buClr>
                <a:schemeClr val="accent2"/>
              </a:buClr>
              <a:buSzPts val="1400"/>
              <a:buNone/>
              <a:defRPr>
                <a:solidFill>
                  <a:schemeClr val="accent2"/>
                </a:solidFill>
              </a:defRPr>
            </a:lvl8pPr>
            <a:lvl9pPr lvl="8">
              <a:spcBef>
                <a:spcPts val="0"/>
              </a:spcBef>
              <a:spcAft>
                <a:spcPts val="0"/>
              </a:spcAft>
              <a:buClr>
                <a:schemeClr val="accent2"/>
              </a:buClr>
              <a:buSzPts val="1400"/>
              <a:buNone/>
              <a:defRPr>
                <a:solidFill>
                  <a:schemeClr val="accent2"/>
                </a:solidFill>
              </a:defRPr>
            </a:lvl9pPr>
          </a:lstStyle>
          <a:p/>
        </p:txBody>
      </p:sp>
      <p:sp>
        <p:nvSpPr>
          <p:cNvPr id="164" name="Google Shape;164;p24"/>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5" name="Google Shape;165;p24"/>
          <p:cNvSpPr/>
          <p:nvPr>
            <p:ph idx="5" type="pic"/>
          </p:nvPr>
        </p:nvSpPr>
        <p:spPr>
          <a:xfrm>
            <a:off x="8596800" y="223475"/>
            <a:ext cx="318600" cy="318600"/>
          </a:xfrm>
          <a:prstGeom prst="ellipse">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or Landscape">
  <p:cSld name="CUSTOM_14">
    <p:bg>
      <p:bgPr>
        <a:solidFill>
          <a:schemeClr val="lt1"/>
        </a:solidFill>
      </p:bgPr>
    </p:bg>
    <p:spTree>
      <p:nvGrpSpPr>
        <p:cNvPr id="166" name="Shape 166"/>
        <p:cNvGrpSpPr/>
        <p:nvPr/>
      </p:nvGrpSpPr>
      <p:grpSpPr>
        <a:xfrm>
          <a:off x="0" y="0"/>
          <a:ext cx="0" cy="0"/>
          <a:chOff x="0" y="0"/>
          <a:chExt cx="0" cy="0"/>
        </a:xfrm>
      </p:grpSpPr>
      <p:sp>
        <p:nvSpPr>
          <p:cNvPr id="167" name="Google Shape;167;p25"/>
          <p:cNvSpPr txBox="1"/>
          <p:nvPr>
            <p:ph idx="1" type="body"/>
          </p:nvPr>
        </p:nvSpPr>
        <p:spPr>
          <a:xfrm>
            <a:off x="6564350" y="577612"/>
            <a:ext cx="2237400" cy="64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u="none">
                <a:solidFill>
                  <a:schemeClr val="dk2"/>
                </a:solidFill>
              </a:defRPr>
            </a:lvl1pPr>
            <a:lvl2pPr indent="-292100" lvl="1" marL="914400">
              <a:spcBef>
                <a:spcPts val="0"/>
              </a:spcBef>
              <a:spcAft>
                <a:spcPts val="0"/>
              </a:spcAft>
              <a:buClr>
                <a:schemeClr val="dk2"/>
              </a:buClr>
              <a:buSzPts val="1000"/>
              <a:buFont typeface="Albert Sans"/>
              <a:buChar char="○"/>
              <a:defRPr sz="1000" u="none">
                <a:solidFill>
                  <a:schemeClr val="dk2"/>
                </a:solidFill>
              </a:defRPr>
            </a:lvl2pPr>
            <a:lvl3pPr indent="-292100" lvl="2" marL="1371600">
              <a:spcBef>
                <a:spcPts val="0"/>
              </a:spcBef>
              <a:spcAft>
                <a:spcPts val="0"/>
              </a:spcAft>
              <a:buClr>
                <a:schemeClr val="dk2"/>
              </a:buClr>
              <a:buSzPts val="1000"/>
              <a:buFont typeface="Albert Sans"/>
              <a:buChar char="■"/>
              <a:defRPr sz="1000" u="none">
                <a:solidFill>
                  <a:schemeClr val="dk2"/>
                </a:solidFill>
              </a:defRPr>
            </a:lvl3pPr>
            <a:lvl4pPr indent="-292100" lvl="3" marL="1828800">
              <a:spcBef>
                <a:spcPts val="0"/>
              </a:spcBef>
              <a:spcAft>
                <a:spcPts val="0"/>
              </a:spcAft>
              <a:buClr>
                <a:schemeClr val="dk2"/>
              </a:buClr>
              <a:buSzPts val="1000"/>
              <a:buFont typeface="Albert Sans"/>
              <a:buChar char="●"/>
              <a:defRPr sz="1000" u="none">
                <a:solidFill>
                  <a:schemeClr val="dk2"/>
                </a:solidFill>
              </a:defRPr>
            </a:lvl4pPr>
            <a:lvl5pPr indent="-292100" lvl="4" marL="2286000">
              <a:spcBef>
                <a:spcPts val="0"/>
              </a:spcBef>
              <a:spcAft>
                <a:spcPts val="0"/>
              </a:spcAft>
              <a:buClr>
                <a:schemeClr val="dk2"/>
              </a:buClr>
              <a:buSzPts val="1000"/>
              <a:buFont typeface="Albert Sans"/>
              <a:buChar char="○"/>
              <a:defRPr sz="1000" u="none">
                <a:solidFill>
                  <a:schemeClr val="dk2"/>
                </a:solidFill>
              </a:defRPr>
            </a:lvl5pPr>
            <a:lvl6pPr indent="-292100" lvl="5" marL="2743200">
              <a:spcBef>
                <a:spcPts val="0"/>
              </a:spcBef>
              <a:spcAft>
                <a:spcPts val="0"/>
              </a:spcAft>
              <a:buClr>
                <a:schemeClr val="dk2"/>
              </a:buClr>
              <a:buSzPts val="1000"/>
              <a:buFont typeface="Albert Sans"/>
              <a:buChar char="■"/>
              <a:defRPr sz="1000" u="none">
                <a:solidFill>
                  <a:schemeClr val="dk2"/>
                </a:solidFill>
              </a:defRPr>
            </a:lvl6pPr>
            <a:lvl7pPr indent="-292100" lvl="6" marL="3200400">
              <a:spcBef>
                <a:spcPts val="0"/>
              </a:spcBef>
              <a:spcAft>
                <a:spcPts val="0"/>
              </a:spcAft>
              <a:buClr>
                <a:schemeClr val="dk2"/>
              </a:buClr>
              <a:buSzPts val="1000"/>
              <a:buFont typeface="Albert Sans"/>
              <a:buChar char="●"/>
              <a:defRPr sz="1000" u="none">
                <a:solidFill>
                  <a:schemeClr val="dk2"/>
                </a:solidFill>
              </a:defRPr>
            </a:lvl7pPr>
            <a:lvl8pPr indent="-292100" lvl="7" marL="3657600">
              <a:spcBef>
                <a:spcPts val="0"/>
              </a:spcBef>
              <a:spcAft>
                <a:spcPts val="0"/>
              </a:spcAft>
              <a:buClr>
                <a:schemeClr val="dk2"/>
              </a:buClr>
              <a:buSzPts val="1000"/>
              <a:buFont typeface="Albert Sans"/>
              <a:buChar char="○"/>
              <a:defRPr sz="1000" u="none">
                <a:solidFill>
                  <a:schemeClr val="dk2"/>
                </a:solidFill>
              </a:defRPr>
            </a:lvl8pPr>
            <a:lvl9pPr indent="-292100" lvl="8" marL="4114800">
              <a:spcBef>
                <a:spcPts val="0"/>
              </a:spcBef>
              <a:spcAft>
                <a:spcPts val="0"/>
              </a:spcAft>
              <a:buClr>
                <a:schemeClr val="dk2"/>
              </a:buClr>
              <a:buSzPts val="1000"/>
              <a:buFont typeface="Albert Sans"/>
              <a:buChar char="■"/>
              <a:defRPr sz="1000" u="none">
                <a:solidFill>
                  <a:schemeClr val="dk2"/>
                </a:solidFill>
              </a:defRPr>
            </a:lvl9pPr>
          </a:lstStyle>
          <a:p/>
        </p:txBody>
      </p:sp>
      <p:sp>
        <p:nvSpPr>
          <p:cNvPr id="168" name="Google Shape;168;p25"/>
          <p:cNvSpPr txBox="1"/>
          <p:nvPr>
            <p:ph idx="2" type="body"/>
          </p:nvPr>
        </p:nvSpPr>
        <p:spPr>
          <a:xfrm>
            <a:off x="6564350" y="1810914"/>
            <a:ext cx="2237400" cy="64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u="none">
                <a:solidFill>
                  <a:schemeClr val="dk2"/>
                </a:solidFill>
              </a:defRPr>
            </a:lvl1pPr>
            <a:lvl2pPr indent="-292100" lvl="1" marL="914400">
              <a:spcBef>
                <a:spcPts val="0"/>
              </a:spcBef>
              <a:spcAft>
                <a:spcPts val="0"/>
              </a:spcAft>
              <a:buClr>
                <a:schemeClr val="dk2"/>
              </a:buClr>
              <a:buSzPts val="1000"/>
              <a:buFont typeface="Albert Sans"/>
              <a:buChar char="○"/>
              <a:defRPr sz="1000" u="none">
                <a:solidFill>
                  <a:schemeClr val="dk2"/>
                </a:solidFill>
              </a:defRPr>
            </a:lvl2pPr>
            <a:lvl3pPr indent="-292100" lvl="2" marL="1371600">
              <a:spcBef>
                <a:spcPts val="0"/>
              </a:spcBef>
              <a:spcAft>
                <a:spcPts val="0"/>
              </a:spcAft>
              <a:buClr>
                <a:schemeClr val="dk2"/>
              </a:buClr>
              <a:buSzPts val="1000"/>
              <a:buFont typeface="Albert Sans"/>
              <a:buChar char="■"/>
              <a:defRPr sz="1000" u="none">
                <a:solidFill>
                  <a:schemeClr val="dk2"/>
                </a:solidFill>
              </a:defRPr>
            </a:lvl3pPr>
            <a:lvl4pPr indent="-292100" lvl="3" marL="1828800">
              <a:spcBef>
                <a:spcPts val="0"/>
              </a:spcBef>
              <a:spcAft>
                <a:spcPts val="0"/>
              </a:spcAft>
              <a:buClr>
                <a:schemeClr val="dk2"/>
              </a:buClr>
              <a:buSzPts val="1000"/>
              <a:buFont typeface="Albert Sans"/>
              <a:buChar char="●"/>
              <a:defRPr sz="1000" u="none">
                <a:solidFill>
                  <a:schemeClr val="dk2"/>
                </a:solidFill>
              </a:defRPr>
            </a:lvl4pPr>
            <a:lvl5pPr indent="-292100" lvl="4" marL="2286000">
              <a:spcBef>
                <a:spcPts val="0"/>
              </a:spcBef>
              <a:spcAft>
                <a:spcPts val="0"/>
              </a:spcAft>
              <a:buClr>
                <a:schemeClr val="dk2"/>
              </a:buClr>
              <a:buSzPts val="1000"/>
              <a:buFont typeface="Albert Sans"/>
              <a:buChar char="○"/>
              <a:defRPr sz="1000" u="none">
                <a:solidFill>
                  <a:schemeClr val="dk2"/>
                </a:solidFill>
              </a:defRPr>
            </a:lvl5pPr>
            <a:lvl6pPr indent="-292100" lvl="5" marL="2743200">
              <a:spcBef>
                <a:spcPts val="0"/>
              </a:spcBef>
              <a:spcAft>
                <a:spcPts val="0"/>
              </a:spcAft>
              <a:buClr>
                <a:schemeClr val="dk2"/>
              </a:buClr>
              <a:buSzPts val="1000"/>
              <a:buFont typeface="Albert Sans"/>
              <a:buChar char="■"/>
              <a:defRPr sz="1000" u="none">
                <a:solidFill>
                  <a:schemeClr val="dk2"/>
                </a:solidFill>
              </a:defRPr>
            </a:lvl6pPr>
            <a:lvl7pPr indent="-292100" lvl="6" marL="3200400">
              <a:spcBef>
                <a:spcPts val="0"/>
              </a:spcBef>
              <a:spcAft>
                <a:spcPts val="0"/>
              </a:spcAft>
              <a:buClr>
                <a:schemeClr val="dk2"/>
              </a:buClr>
              <a:buSzPts val="1000"/>
              <a:buFont typeface="Albert Sans"/>
              <a:buChar char="●"/>
              <a:defRPr sz="1000" u="none">
                <a:solidFill>
                  <a:schemeClr val="dk2"/>
                </a:solidFill>
              </a:defRPr>
            </a:lvl7pPr>
            <a:lvl8pPr indent="-292100" lvl="7" marL="3657600">
              <a:spcBef>
                <a:spcPts val="0"/>
              </a:spcBef>
              <a:spcAft>
                <a:spcPts val="0"/>
              </a:spcAft>
              <a:buClr>
                <a:schemeClr val="dk2"/>
              </a:buClr>
              <a:buSzPts val="1000"/>
              <a:buFont typeface="Albert Sans"/>
              <a:buChar char="○"/>
              <a:defRPr sz="1000" u="none">
                <a:solidFill>
                  <a:schemeClr val="dk2"/>
                </a:solidFill>
              </a:defRPr>
            </a:lvl8pPr>
            <a:lvl9pPr indent="-292100" lvl="8" marL="4114800">
              <a:spcBef>
                <a:spcPts val="0"/>
              </a:spcBef>
              <a:spcAft>
                <a:spcPts val="0"/>
              </a:spcAft>
              <a:buClr>
                <a:schemeClr val="dk2"/>
              </a:buClr>
              <a:buSzPts val="1000"/>
              <a:buFont typeface="Albert Sans"/>
              <a:buChar char="■"/>
              <a:defRPr sz="1000" u="none">
                <a:solidFill>
                  <a:schemeClr val="dk2"/>
                </a:solidFill>
              </a:defRPr>
            </a:lvl9pPr>
          </a:lstStyle>
          <a:p/>
        </p:txBody>
      </p:sp>
      <p:sp>
        <p:nvSpPr>
          <p:cNvPr id="169" name="Google Shape;169;p25"/>
          <p:cNvSpPr txBox="1"/>
          <p:nvPr>
            <p:ph idx="3" type="body"/>
          </p:nvPr>
        </p:nvSpPr>
        <p:spPr>
          <a:xfrm>
            <a:off x="6564350" y="3038996"/>
            <a:ext cx="2237400" cy="64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u="none">
                <a:solidFill>
                  <a:schemeClr val="dk2"/>
                </a:solidFill>
              </a:defRPr>
            </a:lvl1pPr>
            <a:lvl2pPr indent="-292100" lvl="1" marL="914400">
              <a:spcBef>
                <a:spcPts val="0"/>
              </a:spcBef>
              <a:spcAft>
                <a:spcPts val="0"/>
              </a:spcAft>
              <a:buClr>
                <a:schemeClr val="dk2"/>
              </a:buClr>
              <a:buSzPts val="1000"/>
              <a:buFont typeface="Albert Sans"/>
              <a:buChar char="○"/>
              <a:defRPr sz="1000" u="none">
                <a:solidFill>
                  <a:schemeClr val="dk2"/>
                </a:solidFill>
              </a:defRPr>
            </a:lvl2pPr>
            <a:lvl3pPr indent="-292100" lvl="2" marL="1371600">
              <a:spcBef>
                <a:spcPts val="0"/>
              </a:spcBef>
              <a:spcAft>
                <a:spcPts val="0"/>
              </a:spcAft>
              <a:buClr>
                <a:schemeClr val="dk2"/>
              </a:buClr>
              <a:buSzPts val="1000"/>
              <a:buFont typeface="Albert Sans"/>
              <a:buChar char="■"/>
              <a:defRPr sz="1000" u="none">
                <a:solidFill>
                  <a:schemeClr val="dk2"/>
                </a:solidFill>
              </a:defRPr>
            </a:lvl3pPr>
            <a:lvl4pPr indent="-292100" lvl="3" marL="1828800">
              <a:spcBef>
                <a:spcPts val="0"/>
              </a:spcBef>
              <a:spcAft>
                <a:spcPts val="0"/>
              </a:spcAft>
              <a:buClr>
                <a:schemeClr val="dk2"/>
              </a:buClr>
              <a:buSzPts val="1000"/>
              <a:buFont typeface="Albert Sans"/>
              <a:buChar char="●"/>
              <a:defRPr sz="1000" u="none">
                <a:solidFill>
                  <a:schemeClr val="dk2"/>
                </a:solidFill>
              </a:defRPr>
            </a:lvl4pPr>
            <a:lvl5pPr indent="-292100" lvl="4" marL="2286000">
              <a:spcBef>
                <a:spcPts val="0"/>
              </a:spcBef>
              <a:spcAft>
                <a:spcPts val="0"/>
              </a:spcAft>
              <a:buClr>
                <a:schemeClr val="dk2"/>
              </a:buClr>
              <a:buSzPts val="1000"/>
              <a:buFont typeface="Albert Sans"/>
              <a:buChar char="○"/>
              <a:defRPr sz="1000" u="none">
                <a:solidFill>
                  <a:schemeClr val="dk2"/>
                </a:solidFill>
              </a:defRPr>
            </a:lvl5pPr>
            <a:lvl6pPr indent="-292100" lvl="5" marL="2743200">
              <a:spcBef>
                <a:spcPts val="0"/>
              </a:spcBef>
              <a:spcAft>
                <a:spcPts val="0"/>
              </a:spcAft>
              <a:buClr>
                <a:schemeClr val="dk2"/>
              </a:buClr>
              <a:buSzPts val="1000"/>
              <a:buFont typeface="Albert Sans"/>
              <a:buChar char="■"/>
              <a:defRPr sz="1000" u="none">
                <a:solidFill>
                  <a:schemeClr val="dk2"/>
                </a:solidFill>
              </a:defRPr>
            </a:lvl6pPr>
            <a:lvl7pPr indent="-292100" lvl="6" marL="3200400">
              <a:spcBef>
                <a:spcPts val="0"/>
              </a:spcBef>
              <a:spcAft>
                <a:spcPts val="0"/>
              </a:spcAft>
              <a:buClr>
                <a:schemeClr val="dk2"/>
              </a:buClr>
              <a:buSzPts val="1000"/>
              <a:buFont typeface="Albert Sans"/>
              <a:buChar char="●"/>
              <a:defRPr sz="1000" u="none">
                <a:solidFill>
                  <a:schemeClr val="dk2"/>
                </a:solidFill>
              </a:defRPr>
            </a:lvl7pPr>
            <a:lvl8pPr indent="-292100" lvl="7" marL="3657600">
              <a:spcBef>
                <a:spcPts val="0"/>
              </a:spcBef>
              <a:spcAft>
                <a:spcPts val="0"/>
              </a:spcAft>
              <a:buClr>
                <a:schemeClr val="dk2"/>
              </a:buClr>
              <a:buSzPts val="1000"/>
              <a:buFont typeface="Albert Sans"/>
              <a:buChar char="○"/>
              <a:defRPr sz="1000" u="none">
                <a:solidFill>
                  <a:schemeClr val="dk2"/>
                </a:solidFill>
              </a:defRPr>
            </a:lvl8pPr>
            <a:lvl9pPr indent="-292100" lvl="8" marL="4114800">
              <a:spcBef>
                <a:spcPts val="0"/>
              </a:spcBef>
              <a:spcAft>
                <a:spcPts val="0"/>
              </a:spcAft>
              <a:buClr>
                <a:schemeClr val="dk2"/>
              </a:buClr>
              <a:buSzPts val="1000"/>
              <a:buFont typeface="Albert Sans"/>
              <a:buChar char="■"/>
              <a:defRPr sz="1000" u="none">
                <a:solidFill>
                  <a:schemeClr val="dk2"/>
                </a:solidFill>
              </a:defRPr>
            </a:lvl9pPr>
          </a:lstStyle>
          <a:p/>
        </p:txBody>
      </p:sp>
      <p:sp>
        <p:nvSpPr>
          <p:cNvPr id="170" name="Google Shape;170;p25"/>
          <p:cNvSpPr txBox="1"/>
          <p:nvPr>
            <p:ph type="title"/>
          </p:nvPr>
        </p:nvSpPr>
        <p:spPr>
          <a:xfrm>
            <a:off x="3706300" y="327150"/>
            <a:ext cx="2009100" cy="42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71" name="Google Shape;171;p25"/>
          <p:cNvSpPr txBox="1"/>
          <p:nvPr>
            <p:ph idx="4" type="body"/>
          </p:nvPr>
        </p:nvSpPr>
        <p:spPr>
          <a:xfrm>
            <a:off x="3706300" y="577612"/>
            <a:ext cx="2237400" cy="64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u="none">
                <a:solidFill>
                  <a:schemeClr val="dk2"/>
                </a:solidFill>
              </a:defRPr>
            </a:lvl1pPr>
            <a:lvl2pPr indent="-292100" lvl="1" marL="914400">
              <a:spcBef>
                <a:spcPts val="0"/>
              </a:spcBef>
              <a:spcAft>
                <a:spcPts val="0"/>
              </a:spcAft>
              <a:buClr>
                <a:schemeClr val="dk2"/>
              </a:buClr>
              <a:buSzPts val="1000"/>
              <a:buFont typeface="Albert Sans"/>
              <a:buChar char="○"/>
              <a:defRPr sz="1000" u="none">
                <a:solidFill>
                  <a:schemeClr val="dk2"/>
                </a:solidFill>
              </a:defRPr>
            </a:lvl2pPr>
            <a:lvl3pPr indent="-292100" lvl="2" marL="1371600">
              <a:spcBef>
                <a:spcPts val="0"/>
              </a:spcBef>
              <a:spcAft>
                <a:spcPts val="0"/>
              </a:spcAft>
              <a:buClr>
                <a:schemeClr val="dk2"/>
              </a:buClr>
              <a:buSzPts val="1000"/>
              <a:buFont typeface="Albert Sans"/>
              <a:buChar char="■"/>
              <a:defRPr sz="1000" u="none">
                <a:solidFill>
                  <a:schemeClr val="dk2"/>
                </a:solidFill>
              </a:defRPr>
            </a:lvl3pPr>
            <a:lvl4pPr indent="-292100" lvl="3" marL="1828800">
              <a:spcBef>
                <a:spcPts val="0"/>
              </a:spcBef>
              <a:spcAft>
                <a:spcPts val="0"/>
              </a:spcAft>
              <a:buClr>
                <a:schemeClr val="dk2"/>
              </a:buClr>
              <a:buSzPts val="1000"/>
              <a:buFont typeface="Albert Sans"/>
              <a:buChar char="●"/>
              <a:defRPr sz="1000" u="none">
                <a:solidFill>
                  <a:schemeClr val="dk2"/>
                </a:solidFill>
              </a:defRPr>
            </a:lvl4pPr>
            <a:lvl5pPr indent="-292100" lvl="4" marL="2286000">
              <a:spcBef>
                <a:spcPts val="0"/>
              </a:spcBef>
              <a:spcAft>
                <a:spcPts val="0"/>
              </a:spcAft>
              <a:buClr>
                <a:schemeClr val="dk2"/>
              </a:buClr>
              <a:buSzPts val="1000"/>
              <a:buFont typeface="Albert Sans"/>
              <a:buChar char="○"/>
              <a:defRPr sz="1000" u="none">
                <a:solidFill>
                  <a:schemeClr val="dk2"/>
                </a:solidFill>
              </a:defRPr>
            </a:lvl5pPr>
            <a:lvl6pPr indent="-292100" lvl="5" marL="2743200">
              <a:spcBef>
                <a:spcPts val="0"/>
              </a:spcBef>
              <a:spcAft>
                <a:spcPts val="0"/>
              </a:spcAft>
              <a:buClr>
                <a:schemeClr val="dk2"/>
              </a:buClr>
              <a:buSzPts val="1000"/>
              <a:buFont typeface="Albert Sans"/>
              <a:buChar char="■"/>
              <a:defRPr sz="1000" u="none">
                <a:solidFill>
                  <a:schemeClr val="dk2"/>
                </a:solidFill>
              </a:defRPr>
            </a:lvl6pPr>
            <a:lvl7pPr indent="-292100" lvl="6" marL="3200400">
              <a:spcBef>
                <a:spcPts val="0"/>
              </a:spcBef>
              <a:spcAft>
                <a:spcPts val="0"/>
              </a:spcAft>
              <a:buClr>
                <a:schemeClr val="dk2"/>
              </a:buClr>
              <a:buSzPts val="1000"/>
              <a:buFont typeface="Albert Sans"/>
              <a:buChar char="●"/>
              <a:defRPr sz="1000" u="none">
                <a:solidFill>
                  <a:schemeClr val="dk2"/>
                </a:solidFill>
              </a:defRPr>
            </a:lvl7pPr>
            <a:lvl8pPr indent="-292100" lvl="7" marL="3657600">
              <a:spcBef>
                <a:spcPts val="0"/>
              </a:spcBef>
              <a:spcAft>
                <a:spcPts val="0"/>
              </a:spcAft>
              <a:buClr>
                <a:schemeClr val="dk2"/>
              </a:buClr>
              <a:buSzPts val="1000"/>
              <a:buFont typeface="Albert Sans"/>
              <a:buChar char="○"/>
              <a:defRPr sz="1000" u="none">
                <a:solidFill>
                  <a:schemeClr val="dk2"/>
                </a:solidFill>
              </a:defRPr>
            </a:lvl8pPr>
            <a:lvl9pPr indent="-292100" lvl="8" marL="4114800">
              <a:spcBef>
                <a:spcPts val="0"/>
              </a:spcBef>
              <a:spcAft>
                <a:spcPts val="0"/>
              </a:spcAft>
              <a:buClr>
                <a:schemeClr val="dk2"/>
              </a:buClr>
              <a:buSzPts val="1000"/>
              <a:buFont typeface="Albert Sans"/>
              <a:buChar char="■"/>
              <a:defRPr sz="1000" u="none">
                <a:solidFill>
                  <a:schemeClr val="dk2"/>
                </a:solidFill>
              </a:defRPr>
            </a:lvl9pPr>
          </a:lstStyle>
          <a:p/>
        </p:txBody>
      </p:sp>
      <p:sp>
        <p:nvSpPr>
          <p:cNvPr id="172" name="Google Shape;172;p25"/>
          <p:cNvSpPr txBox="1"/>
          <p:nvPr>
            <p:ph idx="5"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73" name="Google Shape;173;p25"/>
          <p:cNvSpPr txBox="1"/>
          <p:nvPr>
            <p:ph idx="6" type="title"/>
          </p:nvPr>
        </p:nvSpPr>
        <p:spPr>
          <a:xfrm>
            <a:off x="956150" y="327150"/>
            <a:ext cx="2009100" cy="13254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Albert Sans"/>
              <a:buNone/>
              <a:defRPr b="1" sz="1400">
                <a:solidFill>
                  <a:schemeClr val="accent2"/>
                </a:solidFill>
                <a:latin typeface="Albert Sans"/>
                <a:ea typeface="Albert Sans"/>
                <a:cs typeface="Albert Sans"/>
                <a:sym typeface="Albert Sans"/>
              </a:defRPr>
            </a:lvl1pPr>
            <a:lvl2pPr lvl="1">
              <a:spcBef>
                <a:spcPts val="0"/>
              </a:spcBef>
              <a:spcAft>
                <a:spcPts val="0"/>
              </a:spcAft>
              <a:buClr>
                <a:schemeClr val="accent2"/>
              </a:buClr>
              <a:buSzPts val="1400"/>
              <a:buNone/>
              <a:defRPr>
                <a:solidFill>
                  <a:schemeClr val="accent2"/>
                </a:solidFill>
              </a:defRPr>
            </a:lvl2pPr>
            <a:lvl3pPr lvl="2">
              <a:spcBef>
                <a:spcPts val="0"/>
              </a:spcBef>
              <a:spcAft>
                <a:spcPts val="0"/>
              </a:spcAft>
              <a:buClr>
                <a:schemeClr val="accent2"/>
              </a:buClr>
              <a:buSzPts val="1400"/>
              <a:buNone/>
              <a:defRPr>
                <a:solidFill>
                  <a:schemeClr val="accent2"/>
                </a:solidFill>
              </a:defRPr>
            </a:lvl3pPr>
            <a:lvl4pPr lvl="3">
              <a:spcBef>
                <a:spcPts val="0"/>
              </a:spcBef>
              <a:spcAft>
                <a:spcPts val="0"/>
              </a:spcAft>
              <a:buClr>
                <a:schemeClr val="accent2"/>
              </a:buClr>
              <a:buSzPts val="1400"/>
              <a:buNone/>
              <a:defRPr>
                <a:solidFill>
                  <a:schemeClr val="accent2"/>
                </a:solidFill>
              </a:defRPr>
            </a:lvl4pPr>
            <a:lvl5pPr lvl="4">
              <a:spcBef>
                <a:spcPts val="0"/>
              </a:spcBef>
              <a:spcAft>
                <a:spcPts val="0"/>
              </a:spcAft>
              <a:buClr>
                <a:schemeClr val="accent2"/>
              </a:buClr>
              <a:buSzPts val="1400"/>
              <a:buNone/>
              <a:defRPr>
                <a:solidFill>
                  <a:schemeClr val="accent2"/>
                </a:solidFill>
              </a:defRPr>
            </a:lvl5pPr>
            <a:lvl6pPr lvl="5">
              <a:spcBef>
                <a:spcPts val="0"/>
              </a:spcBef>
              <a:spcAft>
                <a:spcPts val="0"/>
              </a:spcAft>
              <a:buClr>
                <a:schemeClr val="accent2"/>
              </a:buClr>
              <a:buSzPts val="1400"/>
              <a:buNone/>
              <a:defRPr>
                <a:solidFill>
                  <a:schemeClr val="accent2"/>
                </a:solidFill>
              </a:defRPr>
            </a:lvl6pPr>
            <a:lvl7pPr lvl="6">
              <a:spcBef>
                <a:spcPts val="0"/>
              </a:spcBef>
              <a:spcAft>
                <a:spcPts val="0"/>
              </a:spcAft>
              <a:buClr>
                <a:schemeClr val="accent2"/>
              </a:buClr>
              <a:buSzPts val="1400"/>
              <a:buNone/>
              <a:defRPr>
                <a:solidFill>
                  <a:schemeClr val="accent2"/>
                </a:solidFill>
              </a:defRPr>
            </a:lvl7pPr>
            <a:lvl8pPr lvl="7">
              <a:spcBef>
                <a:spcPts val="0"/>
              </a:spcBef>
              <a:spcAft>
                <a:spcPts val="0"/>
              </a:spcAft>
              <a:buClr>
                <a:schemeClr val="accent2"/>
              </a:buClr>
              <a:buSzPts val="1400"/>
              <a:buNone/>
              <a:defRPr>
                <a:solidFill>
                  <a:schemeClr val="accent2"/>
                </a:solidFill>
              </a:defRPr>
            </a:lvl8pPr>
            <a:lvl9pPr lvl="8">
              <a:spcBef>
                <a:spcPts val="0"/>
              </a:spcBef>
              <a:spcAft>
                <a:spcPts val="0"/>
              </a:spcAft>
              <a:buClr>
                <a:schemeClr val="accent2"/>
              </a:buClr>
              <a:buSzPts val="1400"/>
              <a:buNone/>
              <a:defRPr>
                <a:solidFill>
                  <a:schemeClr val="accent2"/>
                </a:solidFill>
              </a:defRPr>
            </a:lvl9pPr>
          </a:lstStyle>
          <a:p/>
        </p:txBody>
      </p:sp>
      <p:sp>
        <p:nvSpPr>
          <p:cNvPr id="174" name="Google Shape;174;p25"/>
          <p:cNvSpPr/>
          <p:nvPr>
            <p:ph idx="7" type="pic"/>
          </p:nvPr>
        </p:nvSpPr>
        <p:spPr>
          <a:xfrm>
            <a:off x="3205625" y="423875"/>
            <a:ext cx="422400" cy="422400"/>
          </a:xfrm>
          <a:prstGeom prst="ellipse">
            <a:avLst/>
          </a:prstGeom>
          <a:noFill/>
          <a:ln>
            <a:noFill/>
          </a:ln>
        </p:spPr>
      </p:sp>
      <p:sp>
        <p:nvSpPr>
          <p:cNvPr id="175" name="Google Shape;175;p25"/>
          <p:cNvSpPr/>
          <p:nvPr>
            <p:ph idx="8" type="pic"/>
          </p:nvPr>
        </p:nvSpPr>
        <p:spPr>
          <a:xfrm>
            <a:off x="6063675" y="423875"/>
            <a:ext cx="422400" cy="422400"/>
          </a:xfrm>
          <a:prstGeom prst="ellipse">
            <a:avLst/>
          </a:prstGeom>
          <a:noFill/>
          <a:ln>
            <a:noFill/>
          </a:ln>
        </p:spPr>
      </p:sp>
      <p:sp>
        <p:nvSpPr>
          <p:cNvPr id="176" name="Google Shape;176;p25"/>
          <p:cNvSpPr/>
          <p:nvPr>
            <p:ph idx="9" type="pic"/>
          </p:nvPr>
        </p:nvSpPr>
        <p:spPr>
          <a:xfrm>
            <a:off x="3205625" y="1653438"/>
            <a:ext cx="422400" cy="422400"/>
          </a:xfrm>
          <a:prstGeom prst="ellipse">
            <a:avLst/>
          </a:prstGeom>
          <a:noFill/>
          <a:ln>
            <a:noFill/>
          </a:ln>
        </p:spPr>
      </p:sp>
      <p:sp>
        <p:nvSpPr>
          <p:cNvPr id="177" name="Google Shape;177;p25"/>
          <p:cNvSpPr/>
          <p:nvPr>
            <p:ph idx="13" type="pic"/>
          </p:nvPr>
        </p:nvSpPr>
        <p:spPr>
          <a:xfrm>
            <a:off x="6063675" y="1653438"/>
            <a:ext cx="422400" cy="422400"/>
          </a:xfrm>
          <a:prstGeom prst="ellipse">
            <a:avLst/>
          </a:prstGeom>
          <a:noFill/>
          <a:ln>
            <a:noFill/>
          </a:ln>
        </p:spPr>
      </p:sp>
      <p:sp>
        <p:nvSpPr>
          <p:cNvPr id="178" name="Google Shape;178;p25"/>
          <p:cNvSpPr/>
          <p:nvPr>
            <p:ph idx="14" type="pic"/>
          </p:nvPr>
        </p:nvSpPr>
        <p:spPr>
          <a:xfrm>
            <a:off x="3205625" y="2881163"/>
            <a:ext cx="422400" cy="422400"/>
          </a:xfrm>
          <a:prstGeom prst="ellipse">
            <a:avLst/>
          </a:prstGeom>
          <a:noFill/>
          <a:ln>
            <a:noFill/>
          </a:ln>
        </p:spPr>
      </p:sp>
      <p:sp>
        <p:nvSpPr>
          <p:cNvPr id="179" name="Google Shape;179;p25"/>
          <p:cNvSpPr/>
          <p:nvPr>
            <p:ph idx="15" type="pic"/>
          </p:nvPr>
        </p:nvSpPr>
        <p:spPr>
          <a:xfrm>
            <a:off x="6063675" y="2881163"/>
            <a:ext cx="422400" cy="422400"/>
          </a:xfrm>
          <a:prstGeom prst="ellipse">
            <a:avLst/>
          </a:prstGeom>
          <a:noFill/>
          <a:ln>
            <a:noFill/>
          </a:ln>
        </p:spPr>
      </p:sp>
      <p:sp>
        <p:nvSpPr>
          <p:cNvPr id="180" name="Google Shape;180;p25"/>
          <p:cNvSpPr txBox="1"/>
          <p:nvPr>
            <p:ph idx="16" type="title"/>
          </p:nvPr>
        </p:nvSpPr>
        <p:spPr>
          <a:xfrm>
            <a:off x="6564350" y="327150"/>
            <a:ext cx="2009100" cy="42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81" name="Google Shape;181;p25"/>
          <p:cNvSpPr txBox="1"/>
          <p:nvPr>
            <p:ph idx="17" type="title"/>
          </p:nvPr>
        </p:nvSpPr>
        <p:spPr>
          <a:xfrm>
            <a:off x="3706300" y="1554125"/>
            <a:ext cx="2009100" cy="42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82" name="Google Shape;182;p25"/>
          <p:cNvSpPr txBox="1"/>
          <p:nvPr>
            <p:ph idx="18" type="title"/>
          </p:nvPr>
        </p:nvSpPr>
        <p:spPr>
          <a:xfrm>
            <a:off x="6564350" y="1554125"/>
            <a:ext cx="2009100" cy="42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83" name="Google Shape;183;p25"/>
          <p:cNvSpPr txBox="1"/>
          <p:nvPr>
            <p:ph idx="19" type="title"/>
          </p:nvPr>
        </p:nvSpPr>
        <p:spPr>
          <a:xfrm>
            <a:off x="3706300" y="2781100"/>
            <a:ext cx="2009100" cy="42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84" name="Google Shape;184;p25"/>
          <p:cNvSpPr txBox="1"/>
          <p:nvPr>
            <p:ph idx="20" type="title"/>
          </p:nvPr>
        </p:nvSpPr>
        <p:spPr>
          <a:xfrm>
            <a:off x="6564350" y="2781100"/>
            <a:ext cx="2009100" cy="42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85" name="Google Shape;185;p25"/>
          <p:cNvSpPr txBox="1"/>
          <p:nvPr>
            <p:ph idx="21" type="body"/>
          </p:nvPr>
        </p:nvSpPr>
        <p:spPr>
          <a:xfrm>
            <a:off x="3706300" y="1810914"/>
            <a:ext cx="2237400" cy="64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u="none">
                <a:solidFill>
                  <a:schemeClr val="dk2"/>
                </a:solidFill>
              </a:defRPr>
            </a:lvl1pPr>
            <a:lvl2pPr indent="-292100" lvl="1" marL="914400">
              <a:spcBef>
                <a:spcPts val="0"/>
              </a:spcBef>
              <a:spcAft>
                <a:spcPts val="0"/>
              </a:spcAft>
              <a:buClr>
                <a:schemeClr val="dk2"/>
              </a:buClr>
              <a:buSzPts val="1000"/>
              <a:buFont typeface="Albert Sans"/>
              <a:buChar char="○"/>
              <a:defRPr sz="1000" u="none">
                <a:solidFill>
                  <a:schemeClr val="dk2"/>
                </a:solidFill>
              </a:defRPr>
            </a:lvl2pPr>
            <a:lvl3pPr indent="-292100" lvl="2" marL="1371600">
              <a:spcBef>
                <a:spcPts val="0"/>
              </a:spcBef>
              <a:spcAft>
                <a:spcPts val="0"/>
              </a:spcAft>
              <a:buClr>
                <a:schemeClr val="dk2"/>
              </a:buClr>
              <a:buSzPts val="1000"/>
              <a:buFont typeface="Albert Sans"/>
              <a:buChar char="■"/>
              <a:defRPr sz="1000" u="none">
                <a:solidFill>
                  <a:schemeClr val="dk2"/>
                </a:solidFill>
              </a:defRPr>
            </a:lvl3pPr>
            <a:lvl4pPr indent="-292100" lvl="3" marL="1828800">
              <a:spcBef>
                <a:spcPts val="0"/>
              </a:spcBef>
              <a:spcAft>
                <a:spcPts val="0"/>
              </a:spcAft>
              <a:buClr>
                <a:schemeClr val="dk2"/>
              </a:buClr>
              <a:buSzPts val="1000"/>
              <a:buFont typeface="Albert Sans"/>
              <a:buChar char="●"/>
              <a:defRPr sz="1000" u="none">
                <a:solidFill>
                  <a:schemeClr val="dk2"/>
                </a:solidFill>
              </a:defRPr>
            </a:lvl4pPr>
            <a:lvl5pPr indent="-292100" lvl="4" marL="2286000">
              <a:spcBef>
                <a:spcPts val="0"/>
              </a:spcBef>
              <a:spcAft>
                <a:spcPts val="0"/>
              </a:spcAft>
              <a:buClr>
                <a:schemeClr val="dk2"/>
              </a:buClr>
              <a:buSzPts val="1000"/>
              <a:buFont typeface="Albert Sans"/>
              <a:buChar char="○"/>
              <a:defRPr sz="1000" u="none">
                <a:solidFill>
                  <a:schemeClr val="dk2"/>
                </a:solidFill>
              </a:defRPr>
            </a:lvl5pPr>
            <a:lvl6pPr indent="-292100" lvl="5" marL="2743200">
              <a:spcBef>
                <a:spcPts val="0"/>
              </a:spcBef>
              <a:spcAft>
                <a:spcPts val="0"/>
              </a:spcAft>
              <a:buClr>
                <a:schemeClr val="dk2"/>
              </a:buClr>
              <a:buSzPts val="1000"/>
              <a:buFont typeface="Albert Sans"/>
              <a:buChar char="■"/>
              <a:defRPr sz="1000" u="none">
                <a:solidFill>
                  <a:schemeClr val="dk2"/>
                </a:solidFill>
              </a:defRPr>
            </a:lvl6pPr>
            <a:lvl7pPr indent="-292100" lvl="6" marL="3200400">
              <a:spcBef>
                <a:spcPts val="0"/>
              </a:spcBef>
              <a:spcAft>
                <a:spcPts val="0"/>
              </a:spcAft>
              <a:buClr>
                <a:schemeClr val="dk2"/>
              </a:buClr>
              <a:buSzPts val="1000"/>
              <a:buFont typeface="Albert Sans"/>
              <a:buChar char="●"/>
              <a:defRPr sz="1000" u="none">
                <a:solidFill>
                  <a:schemeClr val="dk2"/>
                </a:solidFill>
              </a:defRPr>
            </a:lvl7pPr>
            <a:lvl8pPr indent="-292100" lvl="7" marL="3657600">
              <a:spcBef>
                <a:spcPts val="0"/>
              </a:spcBef>
              <a:spcAft>
                <a:spcPts val="0"/>
              </a:spcAft>
              <a:buClr>
                <a:schemeClr val="dk2"/>
              </a:buClr>
              <a:buSzPts val="1000"/>
              <a:buFont typeface="Albert Sans"/>
              <a:buChar char="○"/>
              <a:defRPr sz="1000" u="none">
                <a:solidFill>
                  <a:schemeClr val="dk2"/>
                </a:solidFill>
              </a:defRPr>
            </a:lvl8pPr>
            <a:lvl9pPr indent="-292100" lvl="8" marL="4114800">
              <a:spcBef>
                <a:spcPts val="0"/>
              </a:spcBef>
              <a:spcAft>
                <a:spcPts val="0"/>
              </a:spcAft>
              <a:buClr>
                <a:schemeClr val="dk2"/>
              </a:buClr>
              <a:buSzPts val="1000"/>
              <a:buFont typeface="Albert Sans"/>
              <a:buChar char="■"/>
              <a:defRPr sz="1000" u="none">
                <a:solidFill>
                  <a:schemeClr val="dk2"/>
                </a:solidFill>
              </a:defRPr>
            </a:lvl9pPr>
          </a:lstStyle>
          <a:p/>
        </p:txBody>
      </p:sp>
      <p:sp>
        <p:nvSpPr>
          <p:cNvPr id="186" name="Google Shape;186;p25"/>
          <p:cNvSpPr txBox="1"/>
          <p:nvPr>
            <p:ph idx="22" type="body"/>
          </p:nvPr>
        </p:nvSpPr>
        <p:spPr>
          <a:xfrm>
            <a:off x="3706300" y="3038996"/>
            <a:ext cx="2237400" cy="64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u="none">
                <a:solidFill>
                  <a:schemeClr val="dk2"/>
                </a:solidFill>
              </a:defRPr>
            </a:lvl1pPr>
            <a:lvl2pPr indent="-292100" lvl="1" marL="914400">
              <a:spcBef>
                <a:spcPts val="0"/>
              </a:spcBef>
              <a:spcAft>
                <a:spcPts val="0"/>
              </a:spcAft>
              <a:buClr>
                <a:schemeClr val="dk2"/>
              </a:buClr>
              <a:buSzPts val="1000"/>
              <a:buFont typeface="Albert Sans"/>
              <a:buChar char="○"/>
              <a:defRPr sz="1000" u="none">
                <a:solidFill>
                  <a:schemeClr val="dk2"/>
                </a:solidFill>
              </a:defRPr>
            </a:lvl2pPr>
            <a:lvl3pPr indent="-292100" lvl="2" marL="1371600">
              <a:spcBef>
                <a:spcPts val="0"/>
              </a:spcBef>
              <a:spcAft>
                <a:spcPts val="0"/>
              </a:spcAft>
              <a:buClr>
                <a:schemeClr val="dk2"/>
              </a:buClr>
              <a:buSzPts val="1000"/>
              <a:buFont typeface="Albert Sans"/>
              <a:buChar char="■"/>
              <a:defRPr sz="1000" u="none">
                <a:solidFill>
                  <a:schemeClr val="dk2"/>
                </a:solidFill>
              </a:defRPr>
            </a:lvl3pPr>
            <a:lvl4pPr indent="-292100" lvl="3" marL="1828800">
              <a:spcBef>
                <a:spcPts val="0"/>
              </a:spcBef>
              <a:spcAft>
                <a:spcPts val="0"/>
              </a:spcAft>
              <a:buClr>
                <a:schemeClr val="dk2"/>
              </a:buClr>
              <a:buSzPts val="1000"/>
              <a:buFont typeface="Albert Sans"/>
              <a:buChar char="●"/>
              <a:defRPr sz="1000" u="none">
                <a:solidFill>
                  <a:schemeClr val="dk2"/>
                </a:solidFill>
              </a:defRPr>
            </a:lvl4pPr>
            <a:lvl5pPr indent="-292100" lvl="4" marL="2286000">
              <a:spcBef>
                <a:spcPts val="0"/>
              </a:spcBef>
              <a:spcAft>
                <a:spcPts val="0"/>
              </a:spcAft>
              <a:buClr>
                <a:schemeClr val="dk2"/>
              </a:buClr>
              <a:buSzPts val="1000"/>
              <a:buFont typeface="Albert Sans"/>
              <a:buChar char="○"/>
              <a:defRPr sz="1000" u="none">
                <a:solidFill>
                  <a:schemeClr val="dk2"/>
                </a:solidFill>
              </a:defRPr>
            </a:lvl5pPr>
            <a:lvl6pPr indent="-292100" lvl="5" marL="2743200">
              <a:spcBef>
                <a:spcPts val="0"/>
              </a:spcBef>
              <a:spcAft>
                <a:spcPts val="0"/>
              </a:spcAft>
              <a:buClr>
                <a:schemeClr val="dk2"/>
              </a:buClr>
              <a:buSzPts val="1000"/>
              <a:buFont typeface="Albert Sans"/>
              <a:buChar char="■"/>
              <a:defRPr sz="1000" u="none">
                <a:solidFill>
                  <a:schemeClr val="dk2"/>
                </a:solidFill>
              </a:defRPr>
            </a:lvl6pPr>
            <a:lvl7pPr indent="-292100" lvl="6" marL="3200400">
              <a:spcBef>
                <a:spcPts val="0"/>
              </a:spcBef>
              <a:spcAft>
                <a:spcPts val="0"/>
              </a:spcAft>
              <a:buClr>
                <a:schemeClr val="dk2"/>
              </a:buClr>
              <a:buSzPts val="1000"/>
              <a:buFont typeface="Albert Sans"/>
              <a:buChar char="●"/>
              <a:defRPr sz="1000" u="none">
                <a:solidFill>
                  <a:schemeClr val="dk2"/>
                </a:solidFill>
              </a:defRPr>
            </a:lvl7pPr>
            <a:lvl8pPr indent="-292100" lvl="7" marL="3657600">
              <a:spcBef>
                <a:spcPts val="0"/>
              </a:spcBef>
              <a:spcAft>
                <a:spcPts val="0"/>
              </a:spcAft>
              <a:buClr>
                <a:schemeClr val="dk2"/>
              </a:buClr>
              <a:buSzPts val="1000"/>
              <a:buFont typeface="Albert Sans"/>
              <a:buChar char="○"/>
              <a:defRPr sz="1000" u="none">
                <a:solidFill>
                  <a:schemeClr val="dk2"/>
                </a:solidFill>
              </a:defRPr>
            </a:lvl8pPr>
            <a:lvl9pPr indent="-292100" lvl="8" marL="4114800">
              <a:spcBef>
                <a:spcPts val="0"/>
              </a:spcBef>
              <a:spcAft>
                <a:spcPts val="0"/>
              </a:spcAft>
              <a:buClr>
                <a:schemeClr val="dk2"/>
              </a:buClr>
              <a:buSzPts val="1000"/>
              <a:buFont typeface="Albert Sans"/>
              <a:buChar char="■"/>
              <a:defRPr sz="1000" u="none">
                <a:solidFill>
                  <a:schemeClr val="dk2"/>
                </a:solidFill>
              </a:defRPr>
            </a:lvl9pPr>
          </a:lstStyle>
          <a:p/>
        </p:txBody>
      </p:sp>
      <p:sp>
        <p:nvSpPr>
          <p:cNvPr id="187" name="Google Shape;187;p25"/>
          <p:cNvSpPr/>
          <p:nvPr>
            <p:ph idx="23" type="pic"/>
          </p:nvPr>
        </p:nvSpPr>
        <p:spPr>
          <a:xfrm>
            <a:off x="8596800" y="223475"/>
            <a:ext cx="318600" cy="318600"/>
          </a:xfrm>
          <a:prstGeom prst="ellipse">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Content">
  <p:cSld name="CUSTOM_15">
    <p:bg>
      <p:bgPr>
        <a:solidFill>
          <a:schemeClr val="lt1"/>
        </a:solidFill>
      </p:bgPr>
    </p:bg>
    <p:spTree>
      <p:nvGrpSpPr>
        <p:cNvPr id="188" name="Shape 188"/>
        <p:cNvGrpSpPr/>
        <p:nvPr/>
      </p:nvGrpSpPr>
      <p:grpSpPr>
        <a:xfrm>
          <a:off x="0" y="0"/>
          <a:ext cx="0" cy="0"/>
          <a:chOff x="0" y="0"/>
          <a:chExt cx="0" cy="0"/>
        </a:xfrm>
      </p:grpSpPr>
      <p:sp>
        <p:nvSpPr>
          <p:cNvPr id="189" name="Google Shape;189;p26"/>
          <p:cNvSpPr/>
          <p:nvPr/>
        </p:nvSpPr>
        <p:spPr>
          <a:xfrm rot="5400000">
            <a:off x="4342200" y="341250"/>
            <a:ext cx="4914900" cy="4460100"/>
          </a:xfrm>
          <a:prstGeom prst="round2SameRect">
            <a:avLst>
              <a:gd fmla="val 3491"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6"/>
          <p:cNvSpPr txBox="1"/>
          <p:nvPr>
            <p:ph type="title"/>
          </p:nvPr>
        </p:nvSpPr>
        <p:spPr>
          <a:xfrm>
            <a:off x="932850" y="730375"/>
            <a:ext cx="3280800" cy="2103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1pPr>
            <a:lvl2pPr lvl="1">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2pPr>
            <a:lvl3pPr lvl="2">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3pPr>
            <a:lvl4pPr lvl="3">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4pPr>
            <a:lvl5pPr lvl="4">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5pPr>
            <a:lvl6pPr lvl="5">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6pPr>
            <a:lvl7pPr lvl="6">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7pPr>
            <a:lvl8pPr lvl="7">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8pPr>
            <a:lvl9pPr lvl="8">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9pPr>
          </a:lstStyle>
          <a:p/>
        </p:txBody>
      </p:sp>
      <p:sp>
        <p:nvSpPr>
          <p:cNvPr id="191" name="Google Shape;191;p26"/>
          <p:cNvSpPr txBox="1"/>
          <p:nvPr>
            <p:ph idx="1" type="subTitle"/>
          </p:nvPr>
        </p:nvSpPr>
        <p:spPr>
          <a:xfrm>
            <a:off x="5233275" y="763675"/>
            <a:ext cx="3503700" cy="3640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400"/>
              <a:buFont typeface="Nanum Myeongjo"/>
              <a:buNone/>
              <a:defRPr b="0" sz="2400">
                <a:solidFill>
                  <a:schemeClr val="dk2"/>
                </a:solidFill>
                <a:latin typeface="Nanum Myeongjo"/>
                <a:ea typeface="Nanum Myeongjo"/>
                <a:cs typeface="Nanum Myeongjo"/>
                <a:sym typeface="Nanum Myeongj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26"/>
          <p:cNvSpPr txBox="1"/>
          <p:nvPr>
            <p:ph idx="2" type="subTitle"/>
          </p:nvPr>
        </p:nvSpPr>
        <p:spPr>
          <a:xfrm>
            <a:off x="955350" y="2928709"/>
            <a:ext cx="2844900" cy="1568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None/>
              <a:defRPr b="0">
                <a:solidFill>
                  <a:schemeClr val="dk2"/>
                </a:solidFill>
              </a:defRPr>
            </a:lvl1pPr>
            <a:lvl2pPr lvl="1">
              <a:spcBef>
                <a:spcPts val="0"/>
              </a:spcBef>
              <a:spcAft>
                <a:spcPts val="0"/>
              </a:spcAft>
              <a:buClr>
                <a:schemeClr val="dk2"/>
              </a:buClr>
              <a:buSzPts val="1400"/>
              <a:buFont typeface="Albert Sans"/>
              <a:buNone/>
              <a:defRPr>
                <a:solidFill>
                  <a:schemeClr val="dk2"/>
                </a:solidFill>
              </a:defRPr>
            </a:lvl2pPr>
            <a:lvl3pPr lvl="2">
              <a:spcBef>
                <a:spcPts val="0"/>
              </a:spcBef>
              <a:spcAft>
                <a:spcPts val="0"/>
              </a:spcAft>
              <a:buClr>
                <a:schemeClr val="dk2"/>
              </a:buClr>
              <a:buSzPts val="1400"/>
              <a:buFont typeface="Albert Sans"/>
              <a:buNone/>
              <a:defRPr>
                <a:solidFill>
                  <a:schemeClr val="dk2"/>
                </a:solidFill>
              </a:defRPr>
            </a:lvl3pPr>
            <a:lvl4pPr lvl="3">
              <a:spcBef>
                <a:spcPts val="0"/>
              </a:spcBef>
              <a:spcAft>
                <a:spcPts val="0"/>
              </a:spcAft>
              <a:buClr>
                <a:schemeClr val="dk2"/>
              </a:buClr>
              <a:buSzPts val="1400"/>
              <a:buFont typeface="Albert Sans"/>
              <a:buNone/>
              <a:defRPr>
                <a:solidFill>
                  <a:schemeClr val="dk2"/>
                </a:solidFill>
              </a:defRPr>
            </a:lvl4pPr>
            <a:lvl5pPr lvl="4">
              <a:spcBef>
                <a:spcPts val="0"/>
              </a:spcBef>
              <a:spcAft>
                <a:spcPts val="0"/>
              </a:spcAft>
              <a:buClr>
                <a:schemeClr val="dk2"/>
              </a:buClr>
              <a:buSzPts val="1400"/>
              <a:buFont typeface="Albert Sans"/>
              <a:buNone/>
              <a:defRPr>
                <a:solidFill>
                  <a:schemeClr val="dk2"/>
                </a:solidFill>
              </a:defRPr>
            </a:lvl5pPr>
            <a:lvl6pPr lvl="5">
              <a:spcBef>
                <a:spcPts val="0"/>
              </a:spcBef>
              <a:spcAft>
                <a:spcPts val="0"/>
              </a:spcAft>
              <a:buClr>
                <a:schemeClr val="dk2"/>
              </a:buClr>
              <a:buSzPts val="1400"/>
              <a:buFont typeface="Albert Sans"/>
              <a:buNone/>
              <a:defRPr>
                <a:solidFill>
                  <a:schemeClr val="dk2"/>
                </a:solidFill>
              </a:defRPr>
            </a:lvl6pPr>
            <a:lvl7pPr lvl="6">
              <a:spcBef>
                <a:spcPts val="0"/>
              </a:spcBef>
              <a:spcAft>
                <a:spcPts val="0"/>
              </a:spcAft>
              <a:buClr>
                <a:schemeClr val="dk2"/>
              </a:buClr>
              <a:buSzPts val="1400"/>
              <a:buFont typeface="Albert Sans"/>
              <a:buNone/>
              <a:defRPr>
                <a:solidFill>
                  <a:schemeClr val="dk2"/>
                </a:solidFill>
              </a:defRPr>
            </a:lvl7pPr>
            <a:lvl8pPr lvl="7">
              <a:spcBef>
                <a:spcPts val="0"/>
              </a:spcBef>
              <a:spcAft>
                <a:spcPts val="0"/>
              </a:spcAft>
              <a:buClr>
                <a:schemeClr val="dk2"/>
              </a:buClr>
              <a:buSzPts val="1400"/>
              <a:buFont typeface="Albert Sans"/>
              <a:buNone/>
              <a:defRPr>
                <a:solidFill>
                  <a:schemeClr val="dk2"/>
                </a:solidFill>
              </a:defRPr>
            </a:lvl8pPr>
            <a:lvl9pPr lvl="8">
              <a:spcBef>
                <a:spcPts val="0"/>
              </a:spcBef>
              <a:spcAft>
                <a:spcPts val="0"/>
              </a:spcAft>
              <a:buClr>
                <a:schemeClr val="dk2"/>
              </a:buClr>
              <a:buSzPts val="1400"/>
              <a:buFont typeface="Albert Sans"/>
              <a:buNone/>
              <a:defRPr>
                <a:solidFill>
                  <a:schemeClr val="dk2"/>
                </a:solidFill>
              </a:defRPr>
            </a:lvl9pPr>
          </a:lstStyle>
          <a:p/>
        </p:txBody>
      </p:sp>
      <p:sp>
        <p:nvSpPr>
          <p:cNvPr id="193" name="Google Shape;193;p26"/>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4" name="Google Shape;194;p26"/>
          <p:cNvSpPr/>
          <p:nvPr>
            <p:ph idx="4" type="pic"/>
          </p:nvPr>
        </p:nvSpPr>
        <p:spPr>
          <a:xfrm>
            <a:off x="8596800" y="223475"/>
            <a:ext cx="318600" cy="318600"/>
          </a:xfrm>
          <a:prstGeom prst="ellipse">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 Phone + Desktop">
  <p:cSld name="CUSTOM_16">
    <p:bg>
      <p:bgPr>
        <a:solidFill>
          <a:schemeClr val="lt1"/>
        </a:solidFill>
      </p:bgPr>
    </p:bg>
    <p:spTree>
      <p:nvGrpSpPr>
        <p:cNvPr id="195" name="Shape 195"/>
        <p:cNvGrpSpPr/>
        <p:nvPr/>
      </p:nvGrpSpPr>
      <p:grpSpPr>
        <a:xfrm>
          <a:off x="0" y="0"/>
          <a:ext cx="0" cy="0"/>
          <a:chOff x="0" y="0"/>
          <a:chExt cx="0" cy="0"/>
        </a:xfrm>
      </p:grpSpPr>
      <p:sp>
        <p:nvSpPr>
          <p:cNvPr id="196" name="Google Shape;196;p27"/>
          <p:cNvSpPr/>
          <p:nvPr/>
        </p:nvSpPr>
        <p:spPr>
          <a:xfrm rot="5400000">
            <a:off x="3618000" y="-382950"/>
            <a:ext cx="4914900" cy="5908500"/>
          </a:xfrm>
          <a:prstGeom prst="round2SameRect">
            <a:avLst>
              <a:gd fmla="val 3196"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7"/>
          <p:cNvSpPr/>
          <p:nvPr>
            <p:ph idx="2" type="pic"/>
          </p:nvPr>
        </p:nvSpPr>
        <p:spPr>
          <a:xfrm>
            <a:off x="3768625" y="934850"/>
            <a:ext cx="4630500" cy="2606700"/>
          </a:xfrm>
          <a:prstGeom prst="roundRect">
            <a:avLst>
              <a:gd fmla="val 1120" name="adj"/>
            </a:avLst>
          </a:prstGeom>
          <a:noFill/>
          <a:ln cap="flat" cmpd="sng" w="76200">
            <a:solidFill>
              <a:schemeClr val="dk2"/>
            </a:solidFill>
            <a:prstDash val="solid"/>
            <a:round/>
            <a:headEnd len="sm" w="sm" type="none"/>
            <a:tailEnd len="sm" w="sm" type="none"/>
          </a:ln>
        </p:spPr>
      </p:sp>
      <p:sp>
        <p:nvSpPr>
          <p:cNvPr id="198" name="Google Shape;198;p27"/>
          <p:cNvSpPr/>
          <p:nvPr>
            <p:ph idx="3" type="pic"/>
          </p:nvPr>
        </p:nvSpPr>
        <p:spPr>
          <a:xfrm>
            <a:off x="812850" y="867000"/>
            <a:ext cx="1614000" cy="3409500"/>
          </a:xfrm>
          <a:prstGeom prst="roundRect">
            <a:avLst>
              <a:gd fmla="val 8265" name="adj"/>
            </a:avLst>
          </a:prstGeom>
          <a:noFill/>
          <a:ln cap="flat" cmpd="sng" w="76200">
            <a:solidFill>
              <a:schemeClr val="lt1"/>
            </a:solidFill>
            <a:prstDash val="solid"/>
            <a:round/>
            <a:headEnd len="sm" w="sm" type="none"/>
            <a:tailEnd len="sm" w="sm" type="none"/>
          </a:ln>
        </p:spPr>
      </p:sp>
      <p:sp>
        <p:nvSpPr>
          <p:cNvPr id="199" name="Google Shape;199;p27"/>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0" name="Google Shape;200;p27"/>
          <p:cNvSpPr/>
          <p:nvPr>
            <p:ph idx="4" type="pic"/>
          </p:nvPr>
        </p:nvSpPr>
        <p:spPr>
          <a:xfrm>
            <a:off x="8596800" y="223475"/>
            <a:ext cx="318600" cy="318600"/>
          </a:xfrm>
          <a:prstGeom prst="ellipse">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 Desktop">
  <p:cSld name="CUSTOM_16_2">
    <p:bg>
      <p:bgPr>
        <a:solidFill>
          <a:schemeClr val="lt1"/>
        </a:solidFill>
      </p:bgPr>
    </p:bg>
    <p:spTree>
      <p:nvGrpSpPr>
        <p:cNvPr id="201" name="Shape 201"/>
        <p:cNvGrpSpPr/>
        <p:nvPr/>
      </p:nvGrpSpPr>
      <p:grpSpPr>
        <a:xfrm>
          <a:off x="0" y="0"/>
          <a:ext cx="0" cy="0"/>
          <a:chOff x="0" y="0"/>
          <a:chExt cx="0" cy="0"/>
        </a:xfrm>
      </p:grpSpPr>
      <p:sp>
        <p:nvSpPr>
          <p:cNvPr id="202" name="Google Shape;202;p28"/>
          <p:cNvSpPr/>
          <p:nvPr/>
        </p:nvSpPr>
        <p:spPr>
          <a:xfrm rot="5400000">
            <a:off x="3618000" y="-382950"/>
            <a:ext cx="4914900" cy="5908500"/>
          </a:xfrm>
          <a:prstGeom prst="round2SameRect">
            <a:avLst>
              <a:gd fmla="val 3196"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8"/>
          <p:cNvSpPr/>
          <p:nvPr/>
        </p:nvSpPr>
        <p:spPr>
          <a:xfrm rot="-5400000">
            <a:off x="-837600" y="1065750"/>
            <a:ext cx="4914900" cy="3011100"/>
          </a:xfrm>
          <a:prstGeom prst="round2SameRect">
            <a:avLst>
              <a:gd fmla="val 5256"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8"/>
          <p:cNvSpPr/>
          <p:nvPr>
            <p:ph idx="2" type="pic"/>
          </p:nvPr>
        </p:nvSpPr>
        <p:spPr>
          <a:xfrm>
            <a:off x="8596800" y="223475"/>
            <a:ext cx="318600" cy="318600"/>
          </a:xfrm>
          <a:prstGeom prst="ellipse">
            <a:avLst/>
          </a:prstGeom>
          <a:noFill/>
          <a:ln>
            <a:noFill/>
          </a:ln>
        </p:spPr>
      </p:sp>
      <p:sp>
        <p:nvSpPr>
          <p:cNvPr id="205" name="Google Shape;205;p28"/>
          <p:cNvSpPr/>
          <p:nvPr>
            <p:ph idx="3" type="pic"/>
          </p:nvPr>
        </p:nvSpPr>
        <p:spPr>
          <a:xfrm>
            <a:off x="1931050" y="789375"/>
            <a:ext cx="5281800" cy="2973300"/>
          </a:xfrm>
          <a:prstGeom prst="roundRect">
            <a:avLst>
              <a:gd fmla="val 1120" name="adj"/>
            </a:avLst>
          </a:prstGeom>
          <a:noFill/>
          <a:ln cap="flat" cmpd="sng" w="76200">
            <a:solidFill>
              <a:schemeClr val="dk2"/>
            </a:solidFill>
            <a:prstDash val="solid"/>
            <a:round/>
            <a:headEnd len="sm" w="sm" type="none"/>
            <a:tailEnd len="sm" w="sm" type="none"/>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 3 Phone">
  <p:cSld name="CUSTOM_16_1">
    <p:bg>
      <p:bgPr>
        <a:solidFill>
          <a:schemeClr val="lt1"/>
        </a:solidFill>
      </p:bgPr>
    </p:bg>
    <p:spTree>
      <p:nvGrpSpPr>
        <p:cNvPr id="206" name="Shape 206"/>
        <p:cNvGrpSpPr/>
        <p:nvPr/>
      </p:nvGrpSpPr>
      <p:grpSpPr>
        <a:xfrm>
          <a:off x="0" y="0"/>
          <a:ext cx="0" cy="0"/>
          <a:chOff x="0" y="0"/>
          <a:chExt cx="0" cy="0"/>
        </a:xfrm>
      </p:grpSpPr>
      <p:sp>
        <p:nvSpPr>
          <p:cNvPr id="207" name="Google Shape;207;p29"/>
          <p:cNvSpPr/>
          <p:nvPr/>
        </p:nvSpPr>
        <p:spPr>
          <a:xfrm rot="5400000">
            <a:off x="3618000" y="-382950"/>
            <a:ext cx="4914900" cy="5908500"/>
          </a:xfrm>
          <a:prstGeom prst="round2SameRect">
            <a:avLst>
              <a:gd fmla="val 3196"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9"/>
          <p:cNvSpPr/>
          <p:nvPr/>
        </p:nvSpPr>
        <p:spPr>
          <a:xfrm rot="-5400000">
            <a:off x="-837600" y="1065750"/>
            <a:ext cx="4914900" cy="3011100"/>
          </a:xfrm>
          <a:prstGeom prst="round2SameRect">
            <a:avLst>
              <a:gd fmla="val 5256"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9"/>
          <p:cNvSpPr/>
          <p:nvPr>
            <p:ph idx="2" type="pic"/>
          </p:nvPr>
        </p:nvSpPr>
        <p:spPr>
          <a:xfrm>
            <a:off x="812850" y="867000"/>
            <a:ext cx="1614000" cy="3409500"/>
          </a:xfrm>
          <a:prstGeom prst="roundRect">
            <a:avLst>
              <a:gd fmla="val 8265" name="adj"/>
            </a:avLst>
          </a:prstGeom>
          <a:noFill/>
          <a:ln cap="flat" cmpd="sng" w="76200">
            <a:solidFill>
              <a:schemeClr val="lt1"/>
            </a:solidFill>
            <a:prstDash val="solid"/>
            <a:round/>
            <a:headEnd len="sm" w="sm" type="none"/>
            <a:tailEnd len="sm" w="sm" type="none"/>
          </a:ln>
        </p:spPr>
      </p:sp>
      <p:sp>
        <p:nvSpPr>
          <p:cNvPr id="210" name="Google Shape;210;p29"/>
          <p:cNvSpPr/>
          <p:nvPr>
            <p:ph idx="3" type="pic"/>
          </p:nvPr>
        </p:nvSpPr>
        <p:spPr>
          <a:xfrm>
            <a:off x="8596800" y="223475"/>
            <a:ext cx="318600" cy="318600"/>
          </a:xfrm>
          <a:prstGeom prst="ellipse">
            <a:avLst/>
          </a:prstGeom>
          <a:noFill/>
          <a:ln>
            <a:noFill/>
          </a:ln>
        </p:spPr>
      </p:sp>
      <p:sp>
        <p:nvSpPr>
          <p:cNvPr id="211" name="Google Shape;211;p29"/>
          <p:cNvSpPr/>
          <p:nvPr>
            <p:ph idx="4" type="pic"/>
          </p:nvPr>
        </p:nvSpPr>
        <p:spPr>
          <a:xfrm>
            <a:off x="3765000" y="867000"/>
            <a:ext cx="1614000" cy="3409500"/>
          </a:xfrm>
          <a:prstGeom prst="roundRect">
            <a:avLst>
              <a:gd fmla="val 8265" name="adj"/>
            </a:avLst>
          </a:prstGeom>
          <a:noFill/>
          <a:ln cap="flat" cmpd="sng" w="76200">
            <a:solidFill>
              <a:schemeClr val="lt1"/>
            </a:solidFill>
            <a:prstDash val="solid"/>
            <a:round/>
            <a:headEnd len="sm" w="sm" type="none"/>
            <a:tailEnd len="sm" w="sm" type="none"/>
          </a:ln>
        </p:spPr>
      </p:sp>
      <p:sp>
        <p:nvSpPr>
          <p:cNvPr id="212" name="Google Shape;212;p29"/>
          <p:cNvSpPr/>
          <p:nvPr>
            <p:ph idx="5" type="pic"/>
          </p:nvPr>
        </p:nvSpPr>
        <p:spPr>
          <a:xfrm>
            <a:off x="6717150" y="867000"/>
            <a:ext cx="1614000" cy="3409500"/>
          </a:xfrm>
          <a:prstGeom prst="roundRect">
            <a:avLst>
              <a:gd fmla="val 8265" name="adj"/>
            </a:avLst>
          </a:prstGeom>
          <a:noFill/>
          <a:ln cap="flat" cmpd="sng" w="76200">
            <a:solidFill>
              <a:schemeClr val="lt1"/>
            </a:solidFill>
            <a:prstDash val="solid"/>
            <a:round/>
            <a:headEnd len="sm" w="sm" type="none"/>
            <a:tailEnd len="sm" w="sm" type="none"/>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 Tablet">
  <p:cSld name="CUSTOM_16_2_1">
    <p:bg>
      <p:bgPr>
        <a:solidFill>
          <a:schemeClr val="lt1"/>
        </a:solidFill>
      </p:bgPr>
    </p:bg>
    <p:spTree>
      <p:nvGrpSpPr>
        <p:cNvPr id="213" name="Shape 213"/>
        <p:cNvGrpSpPr/>
        <p:nvPr/>
      </p:nvGrpSpPr>
      <p:grpSpPr>
        <a:xfrm>
          <a:off x="0" y="0"/>
          <a:ext cx="0" cy="0"/>
          <a:chOff x="0" y="0"/>
          <a:chExt cx="0" cy="0"/>
        </a:xfrm>
      </p:grpSpPr>
      <p:sp>
        <p:nvSpPr>
          <p:cNvPr id="214" name="Google Shape;214;p30"/>
          <p:cNvSpPr/>
          <p:nvPr/>
        </p:nvSpPr>
        <p:spPr>
          <a:xfrm rot="5400000">
            <a:off x="3618000" y="-382950"/>
            <a:ext cx="4914900" cy="5908500"/>
          </a:xfrm>
          <a:prstGeom prst="round2SameRect">
            <a:avLst>
              <a:gd fmla="val 3196"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0"/>
          <p:cNvSpPr/>
          <p:nvPr/>
        </p:nvSpPr>
        <p:spPr>
          <a:xfrm rot="-5400000">
            <a:off x="-837600" y="1065750"/>
            <a:ext cx="4914900" cy="3011100"/>
          </a:xfrm>
          <a:prstGeom prst="round2SameRect">
            <a:avLst>
              <a:gd fmla="val 5256"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30"/>
          <p:cNvSpPr/>
          <p:nvPr>
            <p:ph idx="2" type="pic"/>
          </p:nvPr>
        </p:nvSpPr>
        <p:spPr>
          <a:xfrm>
            <a:off x="8596800" y="223475"/>
            <a:ext cx="318600" cy="318600"/>
          </a:xfrm>
          <a:prstGeom prst="ellipse">
            <a:avLst/>
          </a:prstGeom>
          <a:noFill/>
          <a:ln>
            <a:noFill/>
          </a:ln>
        </p:spPr>
      </p:sp>
      <p:sp>
        <p:nvSpPr>
          <p:cNvPr id="217" name="Google Shape;217;p30"/>
          <p:cNvSpPr/>
          <p:nvPr>
            <p:ph idx="3" type="pic"/>
          </p:nvPr>
        </p:nvSpPr>
        <p:spPr>
          <a:xfrm>
            <a:off x="1988050" y="627575"/>
            <a:ext cx="5167800" cy="3888300"/>
          </a:xfrm>
          <a:prstGeom prst="roundRect">
            <a:avLst>
              <a:gd fmla="val 4099" name="adj"/>
            </a:avLst>
          </a:prstGeom>
          <a:noFill/>
          <a:ln cap="flat" cmpd="sng" w="76200">
            <a:solidFill>
              <a:schemeClr val="dk2"/>
            </a:solidFill>
            <a:prstDash val="solid"/>
            <a:round/>
            <a:headEnd len="sm" w="sm" type="none"/>
            <a:tailEnd len="sm" w="sm" type="none"/>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s Phone + Tablet">
  <p:cSld name="CUSTOM_16_1_1">
    <p:bg>
      <p:bgPr>
        <a:solidFill>
          <a:schemeClr val="lt1"/>
        </a:solidFill>
      </p:bgPr>
    </p:bg>
    <p:spTree>
      <p:nvGrpSpPr>
        <p:cNvPr id="218" name="Shape 218"/>
        <p:cNvGrpSpPr/>
        <p:nvPr/>
      </p:nvGrpSpPr>
      <p:grpSpPr>
        <a:xfrm>
          <a:off x="0" y="0"/>
          <a:ext cx="0" cy="0"/>
          <a:chOff x="0" y="0"/>
          <a:chExt cx="0" cy="0"/>
        </a:xfrm>
      </p:grpSpPr>
      <p:sp>
        <p:nvSpPr>
          <p:cNvPr id="219" name="Google Shape;219;p31"/>
          <p:cNvSpPr/>
          <p:nvPr>
            <p:ph idx="2" type="pic"/>
          </p:nvPr>
        </p:nvSpPr>
        <p:spPr>
          <a:xfrm>
            <a:off x="812850" y="867000"/>
            <a:ext cx="1614000" cy="3409500"/>
          </a:xfrm>
          <a:prstGeom prst="roundRect">
            <a:avLst>
              <a:gd fmla="val 8265" name="adj"/>
            </a:avLst>
          </a:prstGeom>
          <a:noFill/>
          <a:ln cap="flat" cmpd="sng" w="76200">
            <a:solidFill>
              <a:schemeClr val="lt1"/>
            </a:solidFill>
            <a:prstDash val="solid"/>
            <a:round/>
            <a:headEnd len="sm" w="sm" type="none"/>
            <a:tailEnd len="sm" w="sm" type="none"/>
          </a:ln>
        </p:spPr>
      </p:sp>
      <p:sp>
        <p:nvSpPr>
          <p:cNvPr id="220" name="Google Shape;220;p31"/>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1" name="Google Shape;221;p31"/>
          <p:cNvSpPr/>
          <p:nvPr>
            <p:ph idx="3" type="pic"/>
          </p:nvPr>
        </p:nvSpPr>
        <p:spPr>
          <a:xfrm>
            <a:off x="8596800" y="223475"/>
            <a:ext cx="318600" cy="318600"/>
          </a:xfrm>
          <a:prstGeom prst="ellipse">
            <a:avLst/>
          </a:prstGeom>
          <a:noFill/>
          <a:ln>
            <a:noFill/>
          </a:ln>
        </p:spPr>
      </p:sp>
      <p:sp>
        <p:nvSpPr>
          <p:cNvPr id="222" name="Google Shape;222;p31"/>
          <p:cNvSpPr/>
          <p:nvPr>
            <p:ph idx="4" type="pic"/>
          </p:nvPr>
        </p:nvSpPr>
        <p:spPr>
          <a:xfrm>
            <a:off x="3874125" y="866550"/>
            <a:ext cx="4531500" cy="3409500"/>
          </a:xfrm>
          <a:prstGeom prst="roundRect">
            <a:avLst>
              <a:gd fmla="val 4099" name="adj"/>
            </a:avLst>
          </a:prstGeom>
          <a:noFill/>
          <a:ln cap="flat" cmpd="sng" w="76200">
            <a:solidFill>
              <a:schemeClr val="dk2"/>
            </a:solidFill>
            <a:prstDash val="solid"/>
            <a:round/>
            <a:headEnd len="sm" w="sm" type="none"/>
            <a:tailEnd len="sm" w="sm" type="none"/>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17">
    <p:bg>
      <p:bgPr>
        <a:solidFill>
          <a:schemeClr val="lt1"/>
        </a:solidFill>
      </p:bgPr>
    </p:bg>
    <p:spTree>
      <p:nvGrpSpPr>
        <p:cNvPr id="223" name="Shape 223"/>
        <p:cNvGrpSpPr/>
        <p:nvPr/>
      </p:nvGrpSpPr>
      <p:grpSpPr>
        <a:xfrm>
          <a:off x="0" y="0"/>
          <a:ext cx="0" cy="0"/>
          <a:chOff x="0" y="0"/>
          <a:chExt cx="0" cy="0"/>
        </a:xfrm>
      </p:grpSpPr>
      <p:sp>
        <p:nvSpPr>
          <p:cNvPr id="224" name="Google Shape;224;p32"/>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5" name="Google Shape;225;p32"/>
          <p:cNvSpPr txBox="1"/>
          <p:nvPr>
            <p:ph idx="1" type="subTitle"/>
          </p:nvPr>
        </p:nvSpPr>
        <p:spPr>
          <a:xfrm>
            <a:off x="440281" y="763675"/>
            <a:ext cx="2070300" cy="3640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400"/>
              <a:buFont typeface="Nanum Myeongjo"/>
              <a:buNone/>
              <a:defRPr b="0" sz="2400">
                <a:solidFill>
                  <a:schemeClr val="dk2"/>
                </a:solidFill>
                <a:latin typeface="Nanum Myeongjo"/>
                <a:ea typeface="Nanum Myeongjo"/>
                <a:cs typeface="Nanum Myeongjo"/>
                <a:sym typeface="Nanum Myeongj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p32"/>
          <p:cNvSpPr txBox="1"/>
          <p:nvPr/>
        </p:nvSpPr>
        <p:spPr>
          <a:xfrm>
            <a:off x="871975" y="114300"/>
            <a:ext cx="1385400" cy="819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b="1" lang="en">
                <a:solidFill>
                  <a:schemeClr val="accent4"/>
                </a:solidFill>
                <a:latin typeface="Albert Sans"/>
                <a:ea typeface="Albert Sans"/>
                <a:cs typeface="Albert Sans"/>
                <a:sym typeface="Albert Sans"/>
              </a:rPr>
              <a:t>Future Focused</a:t>
            </a:r>
            <a:endParaRPr b="1">
              <a:solidFill>
                <a:schemeClr val="accent4"/>
              </a:solidFill>
              <a:latin typeface="Albert Sans"/>
              <a:ea typeface="Albert Sans"/>
              <a:cs typeface="Albert Sans"/>
              <a:sym typeface="Albert Sans"/>
            </a:endParaRPr>
          </a:p>
        </p:txBody>
      </p:sp>
      <p:sp>
        <p:nvSpPr>
          <p:cNvPr id="227" name="Google Shape;227;p32"/>
          <p:cNvSpPr txBox="1"/>
          <p:nvPr>
            <p:ph idx="2" type="subTitle"/>
          </p:nvPr>
        </p:nvSpPr>
        <p:spPr>
          <a:xfrm>
            <a:off x="580888" y="3286575"/>
            <a:ext cx="1757100" cy="1189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None/>
              <a:defRPr b="0" sz="1000">
                <a:solidFill>
                  <a:schemeClr val="dk2"/>
                </a:solidFill>
              </a:defRPr>
            </a:lvl1pPr>
            <a:lvl2pPr lvl="1">
              <a:spcBef>
                <a:spcPts val="0"/>
              </a:spcBef>
              <a:spcAft>
                <a:spcPts val="0"/>
              </a:spcAft>
              <a:buClr>
                <a:schemeClr val="dk2"/>
              </a:buClr>
              <a:buSzPts val="1400"/>
              <a:buFont typeface="Albert Sans"/>
              <a:buNone/>
              <a:defRPr>
                <a:solidFill>
                  <a:schemeClr val="dk2"/>
                </a:solidFill>
              </a:defRPr>
            </a:lvl2pPr>
            <a:lvl3pPr lvl="2">
              <a:spcBef>
                <a:spcPts val="0"/>
              </a:spcBef>
              <a:spcAft>
                <a:spcPts val="0"/>
              </a:spcAft>
              <a:buClr>
                <a:schemeClr val="dk2"/>
              </a:buClr>
              <a:buSzPts val="1400"/>
              <a:buFont typeface="Albert Sans"/>
              <a:buNone/>
              <a:defRPr>
                <a:solidFill>
                  <a:schemeClr val="dk2"/>
                </a:solidFill>
              </a:defRPr>
            </a:lvl3pPr>
            <a:lvl4pPr lvl="3">
              <a:spcBef>
                <a:spcPts val="0"/>
              </a:spcBef>
              <a:spcAft>
                <a:spcPts val="0"/>
              </a:spcAft>
              <a:buClr>
                <a:schemeClr val="dk2"/>
              </a:buClr>
              <a:buSzPts val="1400"/>
              <a:buFont typeface="Albert Sans"/>
              <a:buNone/>
              <a:defRPr>
                <a:solidFill>
                  <a:schemeClr val="dk2"/>
                </a:solidFill>
              </a:defRPr>
            </a:lvl4pPr>
            <a:lvl5pPr lvl="4">
              <a:spcBef>
                <a:spcPts val="0"/>
              </a:spcBef>
              <a:spcAft>
                <a:spcPts val="0"/>
              </a:spcAft>
              <a:buClr>
                <a:schemeClr val="dk2"/>
              </a:buClr>
              <a:buSzPts val="1400"/>
              <a:buFont typeface="Albert Sans"/>
              <a:buNone/>
              <a:defRPr>
                <a:solidFill>
                  <a:schemeClr val="dk2"/>
                </a:solidFill>
              </a:defRPr>
            </a:lvl5pPr>
            <a:lvl6pPr lvl="5">
              <a:spcBef>
                <a:spcPts val="0"/>
              </a:spcBef>
              <a:spcAft>
                <a:spcPts val="0"/>
              </a:spcAft>
              <a:buClr>
                <a:schemeClr val="dk2"/>
              </a:buClr>
              <a:buSzPts val="1400"/>
              <a:buFont typeface="Albert Sans"/>
              <a:buNone/>
              <a:defRPr>
                <a:solidFill>
                  <a:schemeClr val="dk2"/>
                </a:solidFill>
              </a:defRPr>
            </a:lvl6pPr>
            <a:lvl7pPr lvl="6">
              <a:spcBef>
                <a:spcPts val="0"/>
              </a:spcBef>
              <a:spcAft>
                <a:spcPts val="0"/>
              </a:spcAft>
              <a:buClr>
                <a:schemeClr val="dk2"/>
              </a:buClr>
              <a:buSzPts val="1400"/>
              <a:buFont typeface="Albert Sans"/>
              <a:buNone/>
              <a:defRPr>
                <a:solidFill>
                  <a:schemeClr val="dk2"/>
                </a:solidFill>
              </a:defRPr>
            </a:lvl7pPr>
            <a:lvl8pPr lvl="7">
              <a:spcBef>
                <a:spcPts val="0"/>
              </a:spcBef>
              <a:spcAft>
                <a:spcPts val="0"/>
              </a:spcAft>
              <a:buClr>
                <a:schemeClr val="dk2"/>
              </a:buClr>
              <a:buSzPts val="1400"/>
              <a:buFont typeface="Albert Sans"/>
              <a:buNone/>
              <a:defRPr>
                <a:solidFill>
                  <a:schemeClr val="dk2"/>
                </a:solidFill>
              </a:defRPr>
            </a:lvl8pPr>
            <a:lvl9pPr lvl="8">
              <a:spcBef>
                <a:spcPts val="0"/>
              </a:spcBef>
              <a:spcAft>
                <a:spcPts val="0"/>
              </a:spcAft>
              <a:buClr>
                <a:schemeClr val="dk2"/>
              </a:buClr>
              <a:buSzPts val="1400"/>
              <a:buFont typeface="Albert Sans"/>
              <a:buNone/>
              <a:defRPr>
                <a:solidFill>
                  <a:schemeClr val="dk2"/>
                </a:solidFill>
              </a:defRPr>
            </a:lvl9pPr>
          </a:lstStyle>
          <a:p/>
        </p:txBody>
      </p:sp>
      <p:sp>
        <p:nvSpPr>
          <p:cNvPr id="228" name="Google Shape;228;p32"/>
          <p:cNvSpPr txBox="1"/>
          <p:nvPr>
            <p:ph idx="3" type="title"/>
          </p:nvPr>
        </p:nvSpPr>
        <p:spPr>
          <a:xfrm>
            <a:off x="440281" y="327150"/>
            <a:ext cx="2009100" cy="1325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Pullquote">
  <p:cSld name="CUSTOM_18">
    <p:bg>
      <p:bgPr>
        <a:solidFill>
          <a:schemeClr val="accent2"/>
        </a:solidFill>
      </p:bgPr>
    </p:bg>
    <p:spTree>
      <p:nvGrpSpPr>
        <p:cNvPr id="229" name="Shape 229"/>
        <p:cNvGrpSpPr/>
        <p:nvPr/>
      </p:nvGrpSpPr>
      <p:grpSpPr>
        <a:xfrm>
          <a:off x="0" y="0"/>
          <a:ext cx="0" cy="0"/>
          <a:chOff x="0" y="0"/>
          <a:chExt cx="0" cy="0"/>
        </a:xfrm>
      </p:grpSpPr>
      <p:sp>
        <p:nvSpPr>
          <p:cNvPr id="230" name="Google Shape;230;p33"/>
          <p:cNvSpPr txBox="1"/>
          <p:nvPr>
            <p:ph idx="1" type="subTitle"/>
          </p:nvPr>
        </p:nvSpPr>
        <p:spPr>
          <a:xfrm>
            <a:off x="821950" y="763675"/>
            <a:ext cx="2070300" cy="36405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Nanum Myeongjo"/>
              <a:buNone/>
              <a:defRPr sz="2400">
                <a:latin typeface="Nanum Myeongjo"/>
                <a:ea typeface="Nanum Myeongjo"/>
                <a:cs typeface="Nanum Myeongjo"/>
                <a:sym typeface="Nanum Myeongj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1" name="Google Shape;231;p33"/>
          <p:cNvSpPr/>
          <p:nvPr/>
        </p:nvSpPr>
        <p:spPr>
          <a:xfrm>
            <a:off x="114300" y="114300"/>
            <a:ext cx="8915400" cy="4914900"/>
          </a:xfrm>
          <a:prstGeom prst="roundRect">
            <a:avLst>
              <a:gd fmla="val 3305"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3"/>
          <p:cNvSpPr txBox="1"/>
          <p:nvPr>
            <p:ph idx="2" type="subTitle"/>
          </p:nvPr>
        </p:nvSpPr>
        <p:spPr>
          <a:xfrm>
            <a:off x="1062075" y="763675"/>
            <a:ext cx="7025400" cy="3640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600"/>
              <a:buFont typeface="Nanum Myeongjo"/>
              <a:buNone/>
              <a:defRPr b="0" sz="3600">
                <a:solidFill>
                  <a:schemeClr val="dk2"/>
                </a:solidFill>
                <a:latin typeface="Nanum Myeongjo"/>
                <a:ea typeface="Nanum Myeongjo"/>
                <a:cs typeface="Nanum Myeongjo"/>
                <a:sym typeface="Nanum Myeongjo"/>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33" name="Google Shape;233;p33"/>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4" name="Google Shape;234;p33"/>
          <p:cNvSpPr/>
          <p:nvPr>
            <p:ph idx="3" type="pic"/>
          </p:nvPr>
        </p:nvSpPr>
        <p:spPr>
          <a:xfrm>
            <a:off x="8596800" y="223475"/>
            <a:ext cx="318600" cy="318600"/>
          </a:xfrm>
          <a:prstGeom prst="ellipse">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235" name="Shape 235"/>
        <p:cNvGrpSpPr/>
        <p:nvPr/>
      </p:nvGrpSpPr>
      <p:grpSpPr>
        <a:xfrm>
          <a:off x="0" y="0"/>
          <a:ext cx="0" cy="0"/>
          <a:chOff x="0" y="0"/>
          <a:chExt cx="0" cy="0"/>
        </a:xfrm>
      </p:grpSpPr>
      <p:sp>
        <p:nvSpPr>
          <p:cNvPr id="236" name="Google Shape;236;p3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37" name="Google Shape;237;p3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238" name="Google Shape;238;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239" name="Shape 239"/>
        <p:cNvGrpSpPr/>
        <p:nvPr/>
      </p:nvGrpSpPr>
      <p:grpSpPr>
        <a:xfrm>
          <a:off x="0" y="0"/>
          <a:ext cx="0" cy="0"/>
          <a:chOff x="0" y="0"/>
          <a:chExt cx="0" cy="0"/>
        </a:xfrm>
      </p:grpSpPr>
      <p:sp>
        <p:nvSpPr>
          <p:cNvPr id="240" name="Google Shape;240;p3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41" name="Google Shape;241;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242" name="Shape 242"/>
        <p:cNvGrpSpPr/>
        <p:nvPr/>
      </p:nvGrpSpPr>
      <p:grpSpPr>
        <a:xfrm>
          <a:off x="0" y="0"/>
          <a:ext cx="0" cy="0"/>
          <a:chOff x="0" y="0"/>
          <a:chExt cx="0" cy="0"/>
        </a:xfrm>
      </p:grpSpPr>
      <p:sp>
        <p:nvSpPr>
          <p:cNvPr id="243" name="Google Shape;243;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4" name="Google Shape;244;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5" name="Google Shape;245;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246" name="Shape 246"/>
        <p:cNvGrpSpPr/>
        <p:nvPr/>
      </p:nvGrpSpPr>
      <p:grpSpPr>
        <a:xfrm>
          <a:off x="0" y="0"/>
          <a:ext cx="0" cy="0"/>
          <a:chOff x="0" y="0"/>
          <a:chExt cx="0" cy="0"/>
        </a:xfrm>
      </p:grpSpPr>
      <p:sp>
        <p:nvSpPr>
          <p:cNvPr id="247" name="Google Shape;247;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8" name="Google Shape;248;p3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9" name="Google Shape;249;p3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0" name="Google Shape;250;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251" name="Shape 251"/>
        <p:cNvGrpSpPr/>
        <p:nvPr/>
      </p:nvGrpSpPr>
      <p:grpSpPr>
        <a:xfrm>
          <a:off x="0" y="0"/>
          <a:ext cx="0" cy="0"/>
          <a:chOff x="0" y="0"/>
          <a:chExt cx="0" cy="0"/>
        </a:xfrm>
      </p:grpSpPr>
      <p:sp>
        <p:nvSpPr>
          <p:cNvPr id="252" name="Google Shape;252;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 name="Google Shape;253;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54" name="Shape 254"/>
        <p:cNvGrpSpPr/>
        <p:nvPr/>
      </p:nvGrpSpPr>
      <p:grpSpPr>
        <a:xfrm>
          <a:off x="0" y="0"/>
          <a:ext cx="0" cy="0"/>
          <a:chOff x="0" y="0"/>
          <a:chExt cx="0" cy="0"/>
        </a:xfrm>
      </p:grpSpPr>
      <p:sp>
        <p:nvSpPr>
          <p:cNvPr id="255" name="Google Shape;255;p3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56" name="Google Shape;256;p3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7" name="Google Shape;257;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258" name="Shape 258"/>
        <p:cNvGrpSpPr/>
        <p:nvPr/>
      </p:nvGrpSpPr>
      <p:grpSpPr>
        <a:xfrm>
          <a:off x="0" y="0"/>
          <a:ext cx="0" cy="0"/>
          <a:chOff x="0" y="0"/>
          <a:chExt cx="0" cy="0"/>
        </a:xfrm>
      </p:grpSpPr>
      <p:sp>
        <p:nvSpPr>
          <p:cNvPr id="259" name="Google Shape;259;p4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60" name="Google Shape;260;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261" name="Shape 261"/>
        <p:cNvGrpSpPr/>
        <p:nvPr/>
      </p:nvGrpSpPr>
      <p:grpSpPr>
        <a:xfrm>
          <a:off x="0" y="0"/>
          <a:ext cx="0" cy="0"/>
          <a:chOff x="0" y="0"/>
          <a:chExt cx="0" cy="0"/>
        </a:xfrm>
      </p:grpSpPr>
      <p:sp>
        <p:nvSpPr>
          <p:cNvPr id="262" name="Google Shape;262;p4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4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64" name="Google Shape;264;p4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65" name="Google Shape;265;p4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Clr>
                <a:schemeClr val="dk1"/>
              </a:buClr>
              <a:buSzPts val="14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266" name="Google Shape;266;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267" name="Shape 267"/>
        <p:cNvGrpSpPr/>
        <p:nvPr/>
      </p:nvGrpSpPr>
      <p:grpSpPr>
        <a:xfrm>
          <a:off x="0" y="0"/>
          <a:ext cx="0" cy="0"/>
          <a:chOff x="0" y="0"/>
          <a:chExt cx="0" cy="0"/>
        </a:xfrm>
      </p:grpSpPr>
      <p:sp>
        <p:nvSpPr>
          <p:cNvPr id="268" name="Google Shape;268;p4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400"/>
              <a:buNone/>
              <a:defRPr/>
            </a:lvl1pPr>
          </a:lstStyle>
          <a:p/>
        </p:txBody>
      </p:sp>
      <p:sp>
        <p:nvSpPr>
          <p:cNvPr id="269" name="Google Shape;269;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270" name="Shape 270"/>
        <p:cNvGrpSpPr/>
        <p:nvPr/>
      </p:nvGrpSpPr>
      <p:grpSpPr>
        <a:xfrm>
          <a:off x="0" y="0"/>
          <a:ext cx="0" cy="0"/>
          <a:chOff x="0" y="0"/>
          <a:chExt cx="0" cy="0"/>
        </a:xfrm>
      </p:grpSpPr>
      <p:sp>
        <p:nvSpPr>
          <p:cNvPr id="271" name="Google Shape;271;p4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72" name="Google Shape;272;p4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273" name="Google Shape;273;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4" name="Shape 274"/>
        <p:cNvGrpSpPr/>
        <p:nvPr/>
      </p:nvGrpSpPr>
      <p:grpSpPr>
        <a:xfrm>
          <a:off x="0" y="0"/>
          <a:ext cx="0" cy="0"/>
          <a:chOff x="0" y="0"/>
          <a:chExt cx="0" cy="0"/>
        </a:xfrm>
      </p:grpSpPr>
      <p:sp>
        <p:nvSpPr>
          <p:cNvPr id="275" name="Google Shape;275;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276" name="Shape 276"/>
        <p:cNvGrpSpPr/>
        <p:nvPr/>
      </p:nvGrpSpPr>
      <p:grpSpPr>
        <a:xfrm>
          <a:off x="0" y="0"/>
          <a:ext cx="0" cy="0"/>
          <a:chOff x="0" y="0"/>
          <a:chExt cx="0" cy="0"/>
        </a:xfrm>
      </p:grpSpPr>
      <p:sp>
        <p:nvSpPr>
          <p:cNvPr id="277" name="Google Shape;277;p45"/>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8" name="Google Shape;278;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79" name="Google Shape;279;p4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0" name="Google Shape;280;p4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1" name="Google Shape;281;p4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2" name="Google Shape;282;p4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3" name="Google Shape;283;p4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4" name="Google Shape;284;p4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_1">
    <p:spTree>
      <p:nvGrpSpPr>
        <p:cNvPr id="285" name="Shape 285"/>
        <p:cNvGrpSpPr/>
        <p:nvPr/>
      </p:nvGrpSpPr>
      <p:grpSpPr>
        <a:xfrm>
          <a:off x="0" y="0"/>
          <a:ext cx="0" cy="0"/>
          <a:chOff x="0" y="0"/>
          <a:chExt cx="0" cy="0"/>
        </a:xfrm>
      </p:grpSpPr>
      <p:sp>
        <p:nvSpPr>
          <p:cNvPr id="286" name="Google Shape;286;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7" name="Google Shape;287;p46"/>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88" name="Google Shape;288;p46"/>
          <p:cNvSpPr/>
          <p:nvPr>
            <p:ph idx="2" type="pic"/>
          </p:nvPr>
        </p:nvSpPr>
        <p:spPr>
          <a:xfrm>
            <a:off x="4992024" y="1152775"/>
            <a:ext cx="3840300" cy="3416400"/>
          </a:xfrm>
          <a:prstGeom prst="rect">
            <a:avLst/>
          </a:prstGeom>
          <a:noFill/>
          <a:ln>
            <a:noFill/>
          </a:ln>
        </p:spPr>
      </p:sp>
      <p:sp>
        <p:nvSpPr>
          <p:cNvPr id="289" name="Google Shape;289;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290" name="Shape 290"/>
        <p:cNvGrpSpPr/>
        <p:nvPr/>
      </p:nvGrpSpPr>
      <p:grpSpPr>
        <a:xfrm>
          <a:off x="0" y="0"/>
          <a:ext cx="0" cy="0"/>
          <a:chOff x="0" y="0"/>
          <a:chExt cx="0" cy="0"/>
        </a:xfrm>
      </p:grpSpPr>
      <p:sp>
        <p:nvSpPr>
          <p:cNvPr id="291" name="Google Shape;291;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92" name="Google Shape;292;p4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93" name="Google Shape;293;p47"/>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4" name="Google Shape;294;p4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5" name="Google Shape;295;p4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6" name="Google Shape;296;p4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297" name="Shape 297"/>
        <p:cNvGrpSpPr/>
        <p:nvPr/>
      </p:nvGrpSpPr>
      <p:grpSpPr>
        <a:xfrm>
          <a:off x="0" y="0"/>
          <a:ext cx="0" cy="0"/>
          <a:chOff x="0" y="0"/>
          <a:chExt cx="0" cy="0"/>
        </a:xfrm>
      </p:grpSpPr>
      <p:sp>
        <p:nvSpPr>
          <p:cNvPr id="298" name="Google Shape;298;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99" name="Google Shape;299;p48"/>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00" name="Google Shape;300;p4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01" name="Google Shape;301;p48"/>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02" name="Google Shape;302;p4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03" name="Google Shape;303;p48"/>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4" name="Google Shape;304;p48"/>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5" name="Google Shape;305;p48"/>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_1">
    <p:spTree>
      <p:nvGrpSpPr>
        <p:cNvPr id="306" name="Shape 306"/>
        <p:cNvGrpSpPr/>
        <p:nvPr/>
      </p:nvGrpSpPr>
      <p:grpSpPr>
        <a:xfrm>
          <a:off x="0" y="0"/>
          <a:ext cx="0" cy="0"/>
          <a:chOff x="0" y="0"/>
          <a:chExt cx="0" cy="0"/>
        </a:xfrm>
      </p:grpSpPr>
      <p:sp>
        <p:nvSpPr>
          <p:cNvPr id="307" name="Google Shape;307;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08" name="Google Shape;308;p49"/>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09" name="Google Shape;309;p4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10" name="Google Shape;310;p4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11" name="Google Shape;311;p4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12" name="Google Shape;312;p4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13" name="Google Shape;313;p4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4" name="Google Shape;314;p4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5" name="Google Shape;315;p4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6" name="Google Shape;316;p4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317" name="Shape 317"/>
        <p:cNvGrpSpPr/>
        <p:nvPr/>
      </p:nvGrpSpPr>
      <p:grpSpPr>
        <a:xfrm>
          <a:off x="0" y="0"/>
          <a:ext cx="0" cy="0"/>
          <a:chOff x="0" y="0"/>
          <a:chExt cx="0" cy="0"/>
        </a:xfrm>
      </p:grpSpPr>
      <p:sp>
        <p:nvSpPr>
          <p:cNvPr id="318" name="Google Shape;318;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9" name="Google Shape;319;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20" name="Google Shape;320;p5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_1">
    <p:spTree>
      <p:nvGrpSpPr>
        <p:cNvPr id="321" name="Shape 321"/>
        <p:cNvGrpSpPr/>
        <p:nvPr/>
      </p:nvGrpSpPr>
      <p:grpSpPr>
        <a:xfrm>
          <a:off x="0" y="0"/>
          <a:ext cx="0" cy="0"/>
          <a:chOff x="0" y="0"/>
          <a:chExt cx="0" cy="0"/>
        </a:xfrm>
      </p:grpSpPr>
      <p:sp>
        <p:nvSpPr>
          <p:cNvPr id="322" name="Google Shape;322;p51"/>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3" name="Google Shape;323;p51"/>
          <p:cNvSpPr/>
          <p:nvPr>
            <p:ph idx="2" type="pic"/>
          </p:nvPr>
        </p:nvSpPr>
        <p:spPr>
          <a:xfrm>
            <a:off x="4804825" y="1133300"/>
            <a:ext cx="4027500" cy="2392800"/>
          </a:xfrm>
          <a:prstGeom prst="rect">
            <a:avLst/>
          </a:prstGeom>
          <a:noFill/>
          <a:ln>
            <a:noFill/>
          </a:ln>
        </p:spPr>
      </p:sp>
      <p:sp>
        <p:nvSpPr>
          <p:cNvPr id="324" name="Google Shape;324;p51"/>
          <p:cNvSpPr/>
          <p:nvPr>
            <p:ph idx="3" type="pic"/>
          </p:nvPr>
        </p:nvSpPr>
        <p:spPr>
          <a:xfrm>
            <a:off x="311725" y="1133300"/>
            <a:ext cx="4027500" cy="2392800"/>
          </a:xfrm>
          <a:prstGeom prst="rect">
            <a:avLst/>
          </a:prstGeom>
          <a:noFill/>
          <a:ln>
            <a:noFill/>
          </a:ln>
        </p:spPr>
      </p:sp>
      <p:sp>
        <p:nvSpPr>
          <p:cNvPr id="325" name="Google Shape;325;p5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6" name="Google Shape;326;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27" name="Google Shape;327;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8" name="Google Shape;328;p5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29" name="Google Shape;329;p5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_1">
    <p:spTree>
      <p:nvGrpSpPr>
        <p:cNvPr id="330" name="Shape 330"/>
        <p:cNvGrpSpPr/>
        <p:nvPr/>
      </p:nvGrpSpPr>
      <p:grpSpPr>
        <a:xfrm>
          <a:off x="0" y="0"/>
          <a:ext cx="0" cy="0"/>
          <a:chOff x="0" y="0"/>
          <a:chExt cx="0" cy="0"/>
        </a:xfrm>
      </p:grpSpPr>
      <p:sp>
        <p:nvSpPr>
          <p:cNvPr id="331" name="Google Shape;331;p52"/>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2" name="Google Shape;332;p52"/>
          <p:cNvSpPr/>
          <p:nvPr>
            <p:ph idx="2" type="pic"/>
          </p:nvPr>
        </p:nvSpPr>
        <p:spPr>
          <a:xfrm>
            <a:off x="6205225" y="1128325"/>
            <a:ext cx="2627100" cy="2273100"/>
          </a:xfrm>
          <a:prstGeom prst="rect">
            <a:avLst/>
          </a:prstGeom>
          <a:noFill/>
          <a:ln>
            <a:noFill/>
          </a:ln>
        </p:spPr>
      </p:sp>
      <p:sp>
        <p:nvSpPr>
          <p:cNvPr id="333" name="Google Shape;333;p52"/>
          <p:cNvSpPr/>
          <p:nvPr>
            <p:ph idx="3" type="pic"/>
          </p:nvPr>
        </p:nvSpPr>
        <p:spPr>
          <a:xfrm>
            <a:off x="311725" y="1128325"/>
            <a:ext cx="2627100" cy="2273100"/>
          </a:xfrm>
          <a:prstGeom prst="rect">
            <a:avLst/>
          </a:prstGeom>
          <a:noFill/>
          <a:ln>
            <a:noFill/>
          </a:ln>
        </p:spPr>
      </p:sp>
      <p:sp>
        <p:nvSpPr>
          <p:cNvPr id="334" name="Google Shape;334;p5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5" name="Google Shape;335;p52"/>
          <p:cNvSpPr/>
          <p:nvPr>
            <p:ph idx="5" type="pic"/>
          </p:nvPr>
        </p:nvSpPr>
        <p:spPr>
          <a:xfrm>
            <a:off x="3255250" y="1128325"/>
            <a:ext cx="2627100" cy="2273100"/>
          </a:xfrm>
          <a:prstGeom prst="rect">
            <a:avLst/>
          </a:prstGeom>
          <a:noFill/>
          <a:ln>
            <a:noFill/>
          </a:ln>
        </p:spPr>
      </p:sp>
      <p:sp>
        <p:nvSpPr>
          <p:cNvPr id="336" name="Google Shape;336;p5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7" name="Google Shape;337;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38" name="Google Shape;338;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9" name="Google Shape;339;p5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0" name="Google Shape;340;p5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1" name="Google Shape;341;p5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_2">
    <p:spTree>
      <p:nvGrpSpPr>
        <p:cNvPr id="342" name="Shape 342"/>
        <p:cNvGrpSpPr/>
        <p:nvPr/>
      </p:nvGrpSpPr>
      <p:grpSpPr>
        <a:xfrm>
          <a:off x="0" y="0"/>
          <a:ext cx="0" cy="0"/>
          <a:chOff x="0" y="0"/>
          <a:chExt cx="0" cy="0"/>
        </a:xfrm>
      </p:grpSpPr>
      <p:sp>
        <p:nvSpPr>
          <p:cNvPr id="343" name="Google Shape;343;p53"/>
          <p:cNvSpPr/>
          <p:nvPr>
            <p:ph idx="2" type="pic"/>
          </p:nvPr>
        </p:nvSpPr>
        <p:spPr>
          <a:xfrm>
            <a:off x="311700" y="445025"/>
            <a:ext cx="8520600" cy="4218300"/>
          </a:xfrm>
          <a:prstGeom prst="rect">
            <a:avLst/>
          </a:prstGeom>
          <a:noFill/>
          <a:ln>
            <a:noFill/>
          </a:ln>
        </p:spPr>
      </p:sp>
      <p:sp>
        <p:nvSpPr>
          <p:cNvPr id="344" name="Google Shape;344;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345" name="Shape 345"/>
        <p:cNvGrpSpPr/>
        <p:nvPr/>
      </p:nvGrpSpPr>
      <p:grpSpPr>
        <a:xfrm>
          <a:off x="0" y="0"/>
          <a:ext cx="0" cy="0"/>
          <a:chOff x="0" y="0"/>
          <a:chExt cx="0" cy="0"/>
        </a:xfrm>
      </p:grpSpPr>
      <p:sp>
        <p:nvSpPr>
          <p:cNvPr id="346" name="Google Shape;346;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47" name="Google Shape;347;p54"/>
          <p:cNvSpPr/>
          <p:nvPr>
            <p:ph idx="2" type="pic"/>
          </p:nvPr>
        </p:nvSpPr>
        <p:spPr>
          <a:xfrm>
            <a:off x="3389600" y="118913"/>
            <a:ext cx="1643700" cy="1535100"/>
          </a:xfrm>
          <a:prstGeom prst="rect">
            <a:avLst/>
          </a:prstGeom>
          <a:noFill/>
          <a:ln>
            <a:noFill/>
          </a:ln>
        </p:spPr>
      </p:sp>
      <p:sp>
        <p:nvSpPr>
          <p:cNvPr id="348" name="Google Shape;348;p54"/>
          <p:cNvSpPr/>
          <p:nvPr>
            <p:ph idx="3" type="pic"/>
          </p:nvPr>
        </p:nvSpPr>
        <p:spPr>
          <a:xfrm>
            <a:off x="5195935" y="118913"/>
            <a:ext cx="1643700" cy="1535100"/>
          </a:xfrm>
          <a:prstGeom prst="rect">
            <a:avLst/>
          </a:prstGeom>
          <a:noFill/>
          <a:ln>
            <a:noFill/>
          </a:ln>
        </p:spPr>
      </p:sp>
      <p:sp>
        <p:nvSpPr>
          <p:cNvPr id="349" name="Google Shape;349;p54"/>
          <p:cNvSpPr/>
          <p:nvPr>
            <p:ph idx="4" type="pic"/>
          </p:nvPr>
        </p:nvSpPr>
        <p:spPr>
          <a:xfrm>
            <a:off x="7002270" y="118913"/>
            <a:ext cx="1643700" cy="1535100"/>
          </a:xfrm>
          <a:prstGeom prst="rect">
            <a:avLst/>
          </a:prstGeom>
          <a:noFill/>
          <a:ln>
            <a:noFill/>
          </a:ln>
        </p:spPr>
      </p:sp>
      <p:sp>
        <p:nvSpPr>
          <p:cNvPr id="350" name="Google Shape;350;p54"/>
          <p:cNvSpPr/>
          <p:nvPr>
            <p:ph idx="5" type="pic"/>
          </p:nvPr>
        </p:nvSpPr>
        <p:spPr>
          <a:xfrm>
            <a:off x="3389588" y="1804212"/>
            <a:ext cx="1643700" cy="1535100"/>
          </a:xfrm>
          <a:prstGeom prst="rect">
            <a:avLst/>
          </a:prstGeom>
          <a:noFill/>
          <a:ln>
            <a:noFill/>
          </a:ln>
        </p:spPr>
      </p:sp>
      <p:sp>
        <p:nvSpPr>
          <p:cNvPr id="351" name="Google Shape;351;p54"/>
          <p:cNvSpPr/>
          <p:nvPr>
            <p:ph idx="6" type="pic"/>
          </p:nvPr>
        </p:nvSpPr>
        <p:spPr>
          <a:xfrm>
            <a:off x="5195922" y="1804212"/>
            <a:ext cx="1643700" cy="1535100"/>
          </a:xfrm>
          <a:prstGeom prst="rect">
            <a:avLst/>
          </a:prstGeom>
          <a:noFill/>
          <a:ln>
            <a:noFill/>
          </a:ln>
        </p:spPr>
      </p:sp>
      <p:sp>
        <p:nvSpPr>
          <p:cNvPr id="352" name="Google Shape;352;p54"/>
          <p:cNvSpPr/>
          <p:nvPr>
            <p:ph idx="7" type="pic"/>
          </p:nvPr>
        </p:nvSpPr>
        <p:spPr>
          <a:xfrm>
            <a:off x="7002257" y="1804212"/>
            <a:ext cx="1643700" cy="1535100"/>
          </a:xfrm>
          <a:prstGeom prst="rect">
            <a:avLst/>
          </a:prstGeom>
          <a:noFill/>
          <a:ln>
            <a:noFill/>
          </a:ln>
        </p:spPr>
      </p:sp>
      <p:sp>
        <p:nvSpPr>
          <p:cNvPr id="353" name="Google Shape;353;p5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4" name="Google Shape;354;p54"/>
          <p:cNvSpPr/>
          <p:nvPr>
            <p:ph idx="8" type="pic"/>
          </p:nvPr>
        </p:nvSpPr>
        <p:spPr>
          <a:xfrm>
            <a:off x="3389588" y="3489487"/>
            <a:ext cx="1643700" cy="1535100"/>
          </a:xfrm>
          <a:prstGeom prst="rect">
            <a:avLst/>
          </a:prstGeom>
          <a:noFill/>
          <a:ln>
            <a:noFill/>
          </a:ln>
        </p:spPr>
      </p:sp>
      <p:sp>
        <p:nvSpPr>
          <p:cNvPr id="355" name="Google Shape;355;p54"/>
          <p:cNvSpPr/>
          <p:nvPr>
            <p:ph idx="9" type="pic"/>
          </p:nvPr>
        </p:nvSpPr>
        <p:spPr>
          <a:xfrm>
            <a:off x="5195922" y="3489487"/>
            <a:ext cx="1643700" cy="1535100"/>
          </a:xfrm>
          <a:prstGeom prst="rect">
            <a:avLst/>
          </a:prstGeom>
          <a:noFill/>
          <a:ln>
            <a:noFill/>
          </a:ln>
        </p:spPr>
      </p:sp>
      <p:sp>
        <p:nvSpPr>
          <p:cNvPr id="356" name="Google Shape;356;p5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alt">
  <p:cSld name="BLANK_1_1_2">
    <p:spTree>
      <p:nvGrpSpPr>
        <p:cNvPr id="357" name="Shape 357"/>
        <p:cNvGrpSpPr/>
        <p:nvPr/>
      </p:nvGrpSpPr>
      <p:grpSpPr>
        <a:xfrm>
          <a:off x="0" y="0"/>
          <a:ext cx="0" cy="0"/>
          <a:chOff x="0" y="0"/>
          <a:chExt cx="0" cy="0"/>
        </a:xfrm>
      </p:grpSpPr>
      <p:sp>
        <p:nvSpPr>
          <p:cNvPr id="358" name="Google Shape;358;p55"/>
          <p:cNvSpPr/>
          <p:nvPr/>
        </p:nvSpPr>
        <p:spPr>
          <a:xfrm flipH="1" rot="10800000">
            <a:off x="228600" y="220050"/>
            <a:ext cx="8686800" cy="4483200"/>
          </a:xfrm>
          <a:prstGeom prst="snip1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359" name="Google Shape;359;p55"/>
          <p:cNvSpPr/>
          <p:nvPr/>
        </p:nvSpPr>
        <p:spPr>
          <a:xfrm rot="5400000">
            <a:off x="370200" y="794816"/>
            <a:ext cx="449400" cy="340800"/>
          </a:xfrm>
          <a:prstGeom prst="triangle">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Instrument Sans"/>
              <a:ea typeface="Instrument Sans"/>
              <a:cs typeface="Instrument Sans"/>
              <a:sym typeface="Instrument Sans"/>
            </a:endParaRPr>
          </a:p>
        </p:txBody>
      </p:sp>
      <p:sp>
        <p:nvSpPr>
          <p:cNvPr id="360" name="Google Shape;360;p55"/>
          <p:cNvSpPr txBox="1"/>
          <p:nvPr>
            <p:ph type="title"/>
          </p:nvPr>
        </p:nvSpPr>
        <p:spPr>
          <a:xfrm>
            <a:off x="896455" y="662381"/>
            <a:ext cx="5642100" cy="944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solidFill>
                  <a:schemeClr val="dk2"/>
                </a:solidFill>
              </a:defRPr>
            </a:lvl1pPr>
            <a:lvl2pPr lvl="1">
              <a:lnSpc>
                <a:spcPct val="115000"/>
              </a:lnSpc>
              <a:spcBef>
                <a:spcPts val="0"/>
              </a:spcBef>
              <a:spcAft>
                <a:spcPts val="0"/>
              </a:spcAft>
              <a:buNone/>
              <a:defRPr>
                <a:solidFill>
                  <a:schemeClr val="dk2"/>
                </a:solidFill>
              </a:defRPr>
            </a:lvl2pPr>
            <a:lvl3pPr lvl="2">
              <a:lnSpc>
                <a:spcPct val="115000"/>
              </a:lnSpc>
              <a:spcBef>
                <a:spcPts val="0"/>
              </a:spcBef>
              <a:spcAft>
                <a:spcPts val="0"/>
              </a:spcAft>
              <a:buNone/>
              <a:defRPr>
                <a:solidFill>
                  <a:schemeClr val="dk2"/>
                </a:solidFill>
              </a:defRPr>
            </a:lvl3pPr>
            <a:lvl4pPr lvl="3">
              <a:lnSpc>
                <a:spcPct val="115000"/>
              </a:lnSpc>
              <a:spcBef>
                <a:spcPts val="0"/>
              </a:spcBef>
              <a:spcAft>
                <a:spcPts val="0"/>
              </a:spcAft>
              <a:buNone/>
              <a:defRPr>
                <a:solidFill>
                  <a:schemeClr val="dk2"/>
                </a:solidFill>
              </a:defRPr>
            </a:lvl4pPr>
            <a:lvl5pPr lvl="4">
              <a:lnSpc>
                <a:spcPct val="115000"/>
              </a:lnSpc>
              <a:spcBef>
                <a:spcPts val="0"/>
              </a:spcBef>
              <a:spcAft>
                <a:spcPts val="0"/>
              </a:spcAft>
              <a:buNone/>
              <a:defRPr>
                <a:solidFill>
                  <a:schemeClr val="dk2"/>
                </a:solidFill>
              </a:defRPr>
            </a:lvl5pPr>
            <a:lvl6pPr lvl="5">
              <a:lnSpc>
                <a:spcPct val="115000"/>
              </a:lnSpc>
              <a:spcBef>
                <a:spcPts val="0"/>
              </a:spcBef>
              <a:spcAft>
                <a:spcPts val="0"/>
              </a:spcAft>
              <a:buNone/>
              <a:defRPr>
                <a:solidFill>
                  <a:schemeClr val="dk2"/>
                </a:solidFill>
              </a:defRPr>
            </a:lvl6pPr>
            <a:lvl7pPr lvl="6">
              <a:lnSpc>
                <a:spcPct val="115000"/>
              </a:lnSpc>
              <a:spcBef>
                <a:spcPts val="0"/>
              </a:spcBef>
              <a:spcAft>
                <a:spcPts val="0"/>
              </a:spcAft>
              <a:buNone/>
              <a:defRPr>
                <a:solidFill>
                  <a:schemeClr val="dk2"/>
                </a:solidFill>
              </a:defRPr>
            </a:lvl7pPr>
            <a:lvl8pPr lvl="7">
              <a:lnSpc>
                <a:spcPct val="115000"/>
              </a:lnSpc>
              <a:spcBef>
                <a:spcPts val="0"/>
              </a:spcBef>
              <a:spcAft>
                <a:spcPts val="0"/>
              </a:spcAft>
              <a:buNone/>
              <a:defRPr>
                <a:solidFill>
                  <a:schemeClr val="dk2"/>
                </a:solidFill>
              </a:defRPr>
            </a:lvl8pPr>
            <a:lvl9pPr lvl="8">
              <a:lnSpc>
                <a:spcPct val="115000"/>
              </a:lnSpc>
              <a:spcBef>
                <a:spcPts val="0"/>
              </a:spcBef>
              <a:spcAft>
                <a:spcPts val="0"/>
              </a:spcAft>
              <a:buNone/>
              <a:defRPr>
                <a:solidFill>
                  <a:schemeClr val="dk2"/>
                </a:solidFill>
              </a:defRPr>
            </a:lvl9pPr>
          </a:lstStyle>
          <a:p/>
        </p:txBody>
      </p:sp>
      <p:sp>
        <p:nvSpPr>
          <p:cNvPr id="361" name="Google Shape;361;p55"/>
          <p:cNvSpPr txBox="1"/>
          <p:nvPr>
            <p:ph idx="1" type="subTitle"/>
          </p:nvPr>
        </p:nvSpPr>
        <p:spPr>
          <a:xfrm>
            <a:off x="424500" y="415950"/>
            <a:ext cx="2427000" cy="153900"/>
          </a:xfrm>
          <a:prstGeom prst="rect">
            <a:avLst/>
          </a:prstGeom>
        </p:spPr>
        <p:txBody>
          <a:bodyPr anchorCtr="0" anchor="t" bIns="0" lIns="0" spcFirstLastPara="1" rIns="0" wrap="square" tIns="0">
            <a:spAutoFit/>
          </a:bodyPr>
          <a:lstStyle>
            <a:lvl1pPr lvl="0">
              <a:spcBef>
                <a:spcPts val="0"/>
              </a:spcBef>
              <a:spcAft>
                <a:spcPts val="0"/>
              </a:spcAft>
              <a:buNone/>
              <a:defRPr sz="1000">
                <a:solidFill>
                  <a:schemeClr val="lt1"/>
                </a:solidFill>
                <a:latin typeface="Instrument Sans SemiBold"/>
                <a:ea typeface="Instrument Sans SemiBold"/>
                <a:cs typeface="Instrument Sans SemiBold"/>
                <a:sym typeface="Instrument Sans SemiBold"/>
              </a:defRPr>
            </a:lvl1pPr>
            <a:lvl2pPr lvl="1">
              <a:spcBef>
                <a:spcPts val="0"/>
              </a:spcBef>
              <a:spcAft>
                <a:spcPts val="0"/>
              </a:spcAft>
              <a:buNone/>
              <a:defRPr sz="1000">
                <a:solidFill>
                  <a:schemeClr val="lt1"/>
                </a:solidFill>
                <a:latin typeface="Instrument Sans SemiBold"/>
                <a:ea typeface="Instrument Sans SemiBold"/>
                <a:cs typeface="Instrument Sans SemiBold"/>
                <a:sym typeface="Instrument Sans SemiBold"/>
              </a:defRPr>
            </a:lvl2pPr>
            <a:lvl3pPr lvl="2">
              <a:spcBef>
                <a:spcPts val="0"/>
              </a:spcBef>
              <a:spcAft>
                <a:spcPts val="0"/>
              </a:spcAft>
              <a:buNone/>
              <a:defRPr sz="1000">
                <a:solidFill>
                  <a:schemeClr val="lt1"/>
                </a:solidFill>
                <a:latin typeface="Instrument Sans SemiBold"/>
                <a:ea typeface="Instrument Sans SemiBold"/>
                <a:cs typeface="Instrument Sans SemiBold"/>
                <a:sym typeface="Instrument Sans SemiBold"/>
              </a:defRPr>
            </a:lvl3pPr>
            <a:lvl4pPr lvl="3">
              <a:spcBef>
                <a:spcPts val="0"/>
              </a:spcBef>
              <a:spcAft>
                <a:spcPts val="0"/>
              </a:spcAft>
              <a:buNone/>
              <a:defRPr sz="1000">
                <a:solidFill>
                  <a:schemeClr val="lt1"/>
                </a:solidFill>
                <a:latin typeface="Instrument Sans SemiBold"/>
                <a:ea typeface="Instrument Sans SemiBold"/>
                <a:cs typeface="Instrument Sans SemiBold"/>
                <a:sym typeface="Instrument Sans SemiBold"/>
              </a:defRPr>
            </a:lvl4pPr>
            <a:lvl5pPr lvl="4">
              <a:spcBef>
                <a:spcPts val="0"/>
              </a:spcBef>
              <a:spcAft>
                <a:spcPts val="0"/>
              </a:spcAft>
              <a:buNone/>
              <a:defRPr sz="1000">
                <a:solidFill>
                  <a:schemeClr val="lt1"/>
                </a:solidFill>
                <a:latin typeface="Instrument Sans SemiBold"/>
                <a:ea typeface="Instrument Sans SemiBold"/>
                <a:cs typeface="Instrument Sans SemiBold"/>
                <a:sym typeface="Instrument Sans SemiBold"/>
              </a:defRPr>
            </a:lvl5pPr>
            <a:lvl6pPr lvl="5">
              <a:spcBef>
                <a:spcPts val="0"/>
              </a:spcBef>
              <a:spcAft>
                <a:spcPts val="0"/>
              </a:spcAft>
              <a:buNone/>
              <a:defRPr sz="1000">
                <a:solidFill>
                  <a:schemeClr val="lt1"/>
                </a:solidFill>
                <a:latin typeface="Instrument Sans SemiBold"/>
                <a:ea typeface="Instrument Sans SemiBold"/>
                <a:cs typeface="Instrument Sans SemiBold"/>
                <a:sym typeface="Instrument Sans SemiBold"/>
              </a:defRPr>
            </a:lvl6pPr>
            <a:lvl7pPr lvl="6">
              <a:spcBef>
                <a:spcPts val="0"/>
              </a:spcBef>
              <a:spcAft>
                <a:spcPts val="0"/>
              </a:spcAft>
              <a:buNone/>
              <a:defRPr sz="1000">
                <a:solidFill>
                  <a:schemeClr val="lt1"/>
                </a:solidFill>
                <a:latin typeface="Instrument Sans SemiBold"/>
                <a:ea typeface="Instrument Sans SemiBold"/>
                <a:cs typeface="Instrument Sans SemiBold"/>
                <a:sym typeface="Instrument Sans SemiBold"/>
              </a:defRPr>
            </a:lvl7pPr>
            <a:lvl8pPr lvl="7">
              <a:spcBef>
                <a:spcPts val="0"/>
              </a:spcBef>
              <a:spcAft>
                <a:spcPts val="0"/>
              </a:spcAft>
              <a:buNone/>
              <a:defRPr sz="1000">
                <a:solidFill>
                  <a:schemeClr val="lt1"/>
                </a:solidFill>
                <a:latin typeface="Instrument Sans SemiBold"/>
                <a:ea typeface="Instrument Sans SemiBold"/>
                <a:cs typeface="Instrument Sans SemiBold"/>
                <a:sym typeface="Instrument Sans SemiBold"/>
              </a:defRPr>
            </a:lvl8pPr>
            <a:lvl9pPr lvl="8">
              <a:spcBef>
                <a:spcPts val="0"/>
              </a:spcBef>
              <a:spcAft>
                <a:spcPts val="0"/>
              </a:spcAft>
              <a:buNone/>
              <a:defRPr sz="1000">
                <a:solidFill>
                  <a:schemeClr val="lt1"/>
                </a:solidFill>
                <a:latin typeface="Instrument Sans SemiBold"/>
                <a:ea typeface="Instrument Sans SemiBold"/>
                <a:cs typeface="Instrument Sans SemiBold"/>
                <a:sym typeface="Instrument Sans SemiBold"/>
              </a:defRPr>
            </a:lvl9pPr>
          </a:lstStyle>
          <a:p/>
        </p:txBody>
      </p:sp>
      <p:sp>
        <p:nvSpPr>
          <p:cNvPr id="362" name="Google Shape;362;p55"/>
          <p:cNvSpPr txBox="1"/>
          <p:nvPr>
            <p:ph idx="2" type="subTitle"/>
          </p:nvPr>
        </p:nvSpPr>
        <p:spPr>
          <a:xfrm>
            <a:off x="228600" y="4815600"/>
            <a:ext cx="1611300" cy="107700"/>
          </a:xfrm>
          <a:prstGeom prst="rect">
            <a:avLst/>
          </a:prstGeom>
        </p:spPr>
        <p:txBody>
          <a:bodyPr anchorCtr="0" anchor="t" bIns="91425" lIns="91425" spcFirstLastPara="1" rIns="91425" wrap="square" tIns="91425">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63" name="Google Shape;363;p55"/>
          <p:cNvSpPr txBox="1"/>
          <p:nvPr>
            <p:ph idx="3" type="subTitle"/>
          </p:nvPr>
        </p:nvSpPr>
        <p:spPr>
          <a:xfrm>
            <a:off x="6266025" y="4815600"/>
            <a:ext cx="1611300" cy="107700"/>
          </a:xfrm>
          <a:prstGeom prst="rect">
            <a:avLst/>
          </a:prstGeom>
        </p:spPr>
        <p:txBody>
          <a:bodyPr anchorCtr="0" anchor="t" bIns="91425" lIns="91425" spcFirstLastPara="1" rIns="91425" wrap="square" tIns="91425">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64" name="Google Shape;364;p55"/>
          <p:cNvSpPr txBox="1"/>
          <p:nvPr>
            <p:ph idx="4" type="subTitle"/>
          </p:nvPr>
        </p:nvSpPr>
        <p:spPr>
          <a:xfrm>
            <a:off x="8055250" y="4815600"/>
            <a:ext cx="868500" cy="107700"/>
          </a:xfrm>
          <a:prstGeom prst="rect">
            <a:avLst/>
          </a:prstGeom>
        </p:spPr>
        <p:txBody>
          <a:bodyPr anchorCtr="0" anchor="t" bIns="91425" lIns="91425" spcFirstLastPara="1" rIns="91425" wrap="square" tIns="91425">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BLANK_1_1_1_1_1_1_1">
    <p:bg>
      <p:bgPr>
        <a:solidFill>
          <a:schemeClr val="dk2"/>
        </a:solidFill>
      </p:bgPr>
    </p:bg>
    <p:spTree>
      <p:nvGrpSpPr>
        <p:cNvPr id="365" name="Shape 365"/>
        <p:cNvGrpSpPr/>
        <p:nvPr/>
      </p:nvGrpSpPr>
      <p:grpSpPr>
        <a:xfrm>
          <a:off x="0" y="0"/>
          <a:ext cx="0" cy="0"/>
          <a:chOff x="0" y="0"/>
          <a:chExt cx="0" cy="0"/>
        </a:xfrm>
      </p:grpSpPr>
      <p:sp>
        <p:nvSpPr>
          <p:cNvPr id="366" name="Google Shape;366;p56"/>
          <p:cNvSpPr txBox="1"/>
          <p:nvPr>
            <p:ph type="title"/>
          </p:nvPr>
        </p:nvSpPr>
        <p:spPr>
          <a:xfrm>
            <a:off x="228600" y="354100"/>
            <a:ext cx="8574600" cy="1313700"/>
          </a:xfrm>
          <a:prstGeom prst="rect">
            <a:avLst/>
          </a:prstGeom>
        </p:spPr>
        <p:txBody>
          <a:bodyPr anchorCtr="0" anchor="t" bIns="0" lIns="0" spcFirstLastPara="1" rIns="0" wrap="square" tIns="0">
            <a:noAutofit/>
          </a:bodyPr>
          <a:lstStyle>
            <a:lvl1pPr lvl="0">
              <a:lnSpc>
                <a:spcPct val="80000"/>
              </a:lnSpc>
              <a:spcBef>
                <a:spcPts val="0"/>
              </a:spcBef>
              <a:spcAft>
                <a:spcPts val="0"/>
              </a:spcAft>
              <a:buNone/>
              <a:defRPr sz="10800"/>
            </a:lvl1pPr>
            <a:lvl2pPr lvl="1">
              <a:lnSpc>
                <a:spcPct val="80000"/>
              </a:lnSpc>
              <a:spcBef>
                <a:spcPts val="0"/>
              </a:spcBef>
              <a:spcAft>
                <a:spcPts val="0"/>
              </a:spcAft>
              <a:buNone/>
              <a:defRPr sz="10800"/>
            </a:lvl2pPr>
            <a:lvl3pPr lvl="2">
              <a:lnSpc>
                <a:spcPct val="80000"/>
              </a:lnSpc>
              <a:spcBef>
                <a:spcPts val="0"/>
              </a:spcBef>
              <a:spcAft>
                <a:spcPts val="0"/>
              </a:spcAft>
              <a:buNone/>
              <a:defRPr sz="10800"/>
            </a:lvl3pPr>
            <a:lvl4pPr lvl="3">
              <a:lnSpc>
                <a:spcPct val="80000"/>
              </a:lnSpc>
              <a:spcBef>
                <a:spcPts val="0"/>
              </a:spcBef>
              <a:spcAft>
                <a:spcPts val="0"/>
              </a:spcAft>
              <a:buNone/>
              <a:defRPr sz="10800"/>
            </a:lvl4pPr>
            <a:lvl5pPr lvl="4">
              <a:lnSpc>
                <a:spcPct val="80000"/>
              </a:lnSpc>
              <a:spcBef>
                <a:spcPts val="0"/>
              </a:spcBef>
              <a:spcAft>
                <a:spcPts val="0"/>
              </a:spcAft>
              <a:buNone/>
              <a:defRPr sz="10800"/>
            </a:lvl5pPr>
            <a:lvl6pPr lvl="5">
              <a:lnSpc>
                <a:spcPct val="80000"/>
              </a:lnSpc>
              <a:spcBef>
                <a:spcPts val="0"/>
              </a:spcBef>
              <a:spcAft>
                <a:spcPts val="0"/>
              </a:spcAft>
              <a:buNone/>
              <a:defRPr sz="10800"/>
            </a:lvl6pPr>
            <a:lvl7pPr lvl="6">
              <a:lnSpc>
                <a:spcPct val="80000"/>
              </a:lnSpc>
              <a:spcBef>
                <a:spcPts val="0"/>
              </a:spcBef>
              <a:spcAft>
                <a:spcPts val="0"/>
              </a:spcAft>
              <a:buNone/>
              <a:defRPr sz="10800"/>
            </a:lvl7pPr>
            <a:lvl8pPr lvl="7">
              <a:lnSpc>
                <a:spcPct val="80000"/>
              </a:lnSpc>
              <a:spcBef>
                <a:spcPts val="0"/>
              </a:spcBef>
              <a:spcAft>
                <a:spcPts val="0"/>
              </a:spcAft>
              <a:buNone/>
              <a:defRPr sz="10800"/>
            </a:lvl8pPr>
            <a:lvl9pPr lvl="8">
              <a:lnSpc>
                <a:spcPct val="80000"/>
              </a:lnSpc>
              <a:spcBef>
                <a:spcPts val="0"/>
              </a:spcBef>
              <a:spcAft>
                <a:spcPts val="0"/>
              </a:spcAft>
              <a:buNone/>
              <a:defRPr sz="10800"/>
            </a:lvl9pPr>
          </a:lstStyle>
          <a:p/>
        </p:txBody>
      </p:sp>
      <p:sp>
        <p:nvSpPr>
          <p:cNvPr id="367" name="Google Shape;367;p56"/>
          <p:cNvSpPr txBox="1"/>
          <p:nvPr>
            <p:ph idx="1" type="subTitle"/>
          </p:nvPr>
        </p:nvSpPr>
        <p:spPr>
          <a:xfrm>
            <a:off x="228600" y="4815600"/>
            <a:ext cx="1611300" cy="1077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None/>
              <a:defRPr sz="700"/>
            </a:lvl2pPr>
            <a:lvl3pPr lvl="2">
              <a:spcBef>
                <a:spcPts val="0"/>
              </a:spcBef>
              <a:spcAft>
                <a:spcPts val="0"/>
              </a:spcAft>
              <a:buNone/>
              <a:defRPr sz="700"/>
            </a:lvl3pPr>
            <a:lvl4pPr lvl="3">
              <a:spcBef>
                <a:spcPts val="0"/>
              </a:spcBef>
              <a:spcAft>
                <a:spcPts val="0"/>
              </a:spcAft>
              <a:buNone/>
              <a:defRPr sz="700"/>
            </a:lvl4pPr>
            <a:lvl5pPr lvl="4">
              <a:spcBef>
                <a:spcPts val="0"/>
              </a:spcBef>
              <a:spcAft>
                <a:spcPts val="0"/>
              </a:spcAft>
              <a:buNone/>
              <a:defRPr sz="700"/>
            </a:lvl5pPr>
            <a:lvl6pPr lvl="5">
              <a:spcBef>
                <a:spcPts val="0"/>
              </a:spcBef>
              <a:spcAft>
                <a:spcPts val="0"/>
              </a:spcAft>
              <a:buNone/>
              <a:defRPr sz="700"/>
            </a:lvl6pPr>
            <a:lvl7pPr lvl="6">
              <a:spcBef>
                <a:spcPts val="0"/>
              </a:spcBef>
              <a:spcAft>
                <a:spcPts val="0"/>
              </a:spcAft>
              <a:buNone/>
              <a:defRPr sz="700"/>
            </a:lvl7pPr>
            <a:lvl8pPr lvl="7">
              <a:spcBef>
                <a:spcPts val="0"/>
              </a:spcBef>
              <a:spcAft>
                <a:spcPts val="0"/>
              </a:spcAft>
              <a:buNone/>
              <a:defRPr sz="700"/>
            </a:lvl8pPr>
            <a:lvl9pPr lvl="8">
              <a:spcBef>
                <a:spcPts val="0"/>
              </a:spcBef>
              <a:spcAft>
                <a:spcPts val="0"/>
              </a:spcAft>
              <a:buNone/>
              <a:defRPr sz="700"/>
            </a:lvl9pPr>
          </a:lstStyle>
          <a:p/>
        </p:txBody>
      </p:sp>
      <p:sp>
        <p:nvSpPr>
          <p:cNvPr id="368" name="Google Shape;368;p56"/>
          <p:cNvSpPr txBox="1"/>
          <p:nvPr>
            <p:ph idx="2" type="subTitle"/>
          </p:nvPr>
        </p:nvSpPr>
        <p:spPr>
          <a:xfrm>
            <a:off x="6266025" y="4815600"/>
            <a:ext cx="16113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
        <p:nvSpPr>
          <p:cNvPr id="369" name="Google Shape;369;p56"/>
          <p:cNvSpPr txBox="1"/>
          <p:nvPr>
            <p:ph idx="3" type="subTitle"/>
          </p:nvPr>
        </p:nvSpPr>
        <p:spPr>
          <a:xfrm>
            <a:off x="8055250" y="4815600"/>
            <a:ext cx="868500" cy="1077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None/>
              <a:defRPr sz="700"/>
            </a:lvl2pPr>
            <a:lvl3pPr lvl="2" algn="r">
              <a:spcBef>
                <a:spcPts val="0"/>
              </a:spcBef>
              <a:spcAft>
                <a:spcPts val="0"/>
              </a:spcAft>
              <a:buNone/>
              <a:defRPr sz="700"/>
            </a:lvl3pPr>
            <a:lvl4pPr lvl="3" algn="r">
              <a:spcBef>
                <a:spcPts val="0"/>
              </a:spcBef>
              <a:spcAft>
                <a:spcPts val="0"/>
              </a:spcAft>
              <a:buNone/>
              <a:defRPr sz="700"/>
            </a:lvl4pPr>
            <a:lvl5pPr lvl="4" algn="r">
              <a:spcBef>
                <a:spcPts val="0"/>
              </a:spcBef>
              <a:spcAft>
                <a:spcPts val="0"/>
              </a:spcAft>
              <a:buNone/>
              <a:defRPr sz="700"/>
            </a:lvl5pPr>
            <a:lvl6pPr lvl="5" algn="r">
              <a:spcBef>
                <a:spcPts val="0"/>
              </a:spcBef>
              <a:spcAft>
                <a:spcPts val="0"/>
              </a:spcAft>
              <a:buNone/>
              <a:defRPr sz="700"/>
            </a:lvl6pPr>
            <a:lvl7pPr lvl="6" algn="r">
              <a:spcBef>
                <a:spcPts val="0"/>
              </a:spcBef>
              <a:spcAft>
                <a:spcPts val="0"/>
              </a:spcAft>
              <a:buNone/>
              <a:defRPr sz="700"/>
            </a:lvl7pPr>
            <a:lvl8pPr lvl="7" algn="r">
              <a:spcBef>
                <a:spcPts val="0"/>
              </a:spcBef>
              <a:spcAft>
                <a:spcPts val="0"/>
              </a:spcAft>
              <a:buNone/>
              <a:defRPr sz="700"/>
            </a:lvl8pPr>
            <a:lvl9pPr lvl="8" algn="r">
              <a:spcBef>
                <a:spcPts val="0"/>
              </a:spcBef>
              <a:spcAft>
                <a:spcPts val="0"/>
              </a:spcAft>
              <a:buNone/>
              <a:defRPr sz="7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5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7550" y="425875"/>
            <a:ext cx="2916300" cy="1288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400"/>
              <a:buFont typeface="Nanum Myeongjo"/>
              <a:buNone/>
              <a:defRPr sz="2400">
                <a:solidFill>
                  <a:schemeClr val="lt1"/>
                </a:solidFill>
                <a:latin typeface="Nanum Myeongjo"/>
                <a:ea typeface="Nanum Myeongjo"/>
                <a:cs typeface="Nanum Myeongjo"/>
                <a:sym typeface="Nanum Myeongjo"/>
              </a:defRPr>
            </a:lvl1pPr>
            <a:lvl2pPr lvl="1">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2pPr>
            <a:lvl3pPr lvl="2">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3pPr>
            <a:lvl4pPr lvl="3">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4pPr>
            <a:lvl5pPr lvl="4">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5pPr>
            <a:lvl6pPr lvl="5">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6pPr>
            <a:lvl7pPr lvl="6">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7pPr>
            <a:lvl8pPr lvl="7">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8pPr>
            <a:lvl9pPr lvl="8">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9pPr>
          </a:lstStyle>
          <a:p/>
        </p:txBody>
      </p:sp>
      <p:sp>
        <p:nvSpPr>
          <p:cNvPr id="7" name="Google Shape;7;p1"/>
          <p:cNvSpPr txBox="1"/>
          <p:nvPr>
            <p:ph idx="1" type="body"/>
          </p:nvPr>
        </p:nvSpPr>
        <p:spPr>
          <a:xfrm>
            <a:off x="347550" y="1714375"/>
            <a:ext cx="5780700" cy="29163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1pPr>
            <a:lvl2pPr indent="-317500" lvl="1" marL="9144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2pPr>
            <a:lvl3pPr indent="-317500" lvl="2" marL="13716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3pPr>
            <a:lvl4pPr indent="-317500" lvl="3" marL="18288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4pPr>
            <a:lvl5pPr indent="-317500" lvl="4" marL="22860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5pPr>
            <a:lvl6pPr indent="-317500" lvl="5" marL="27432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6pPr>
            <a:lvl7pPr indent="-317500" lvl="6" marL="32004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7pPr>
            <a:lvl8pPr indent="-317500" lvl="7" marL="36576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8pPr>
            <a:lvl9pPr indent="-317500" lvl="8" marL="41148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19">
          <p15:clr>
            <a:srgbClr val="E46962"/>
          </p15:clr>
        </p15:guide>
        <p15:guide id="2" pos="593">
          <p15:clr>
            <a:srgbClr val="E46962"/>
          </p15:clr>
        </p15:guide>
        <p15:guide id="3" pos="669">
          <p15:clr>
            <a:srgbClr val="E46962"/>
          </p15:clr>
        </p15:guide>
        <p15:guide id="4" pos="1044">
          <p15:clr>
            <a:srgbClr val="E46962"/>
          </p15:clr>
        </p15:guide>
        <p15:guide id="5" pos="1119">
          <p15:clr>
            <a:srgbClr val="E46962"/>
          </p15:clr>
        </p15:guide>
        <p15:guide id="6" pos="1494">
          <p15:clr>
            <a:srgbClr val="E46962"/>
          </p15:clr>
        </p15:guide>
        <p15:guide id="7" pos="1569">
          <p15:clr>
            <a:srgbClr val="E46962"/>
          </p15:clr>
        </p15:guide>
        <p15:guide id="8" pos="1944">
          <p15:clr>
            <a:srgbClr val="E46962"/>
          </p15:clr>
        </p15:guide>
        <p15:guide id="9" pos="2019">
          <p15:clr>
            <a:srgbClr val="E46962"/>
          </p15:clr>
        </p15:guide>
        <p15:guide id="10" pos="2394">
          <p15:clr>
            <a:srgbClr val="E46962"/>
          </p15:clr>
        </p15:guide>
        <p15:guide id="11" pos="2469">
          <p15:clr>
            <a:srgbClr val="E46962"/>
          </p15:clr>
        </p15:guide>
        <p15:guide id="12" pos="2844">
          <p15:clr>
            <a:srgbClr val="E46962"/>
          </p15:clr>
        </p15:guide>
        <p15:guide id="13" pos="2919">
          <p15:clr>
            <a:srgbClr val="E46962"/>
          </p15:clr>
        </p15:guide>
        <p15:guide id="14" pos="3294">
          <p15:clr>
            <a:srgbClr val="E46962"/>
          </p15:clr>
        </p15:guide>
        <p15:guide id="15" pos="3370">
          <p15:clr>
            <a:srgbClr val="E46962"/>
          </p15:clr>
        </p15:guide>
        <p15:guide id="16" pos="3744">
          <p15:clr>
            <a:srgbClr val="E46962"/>
          </p15:clr>
        </p15:guide>
        <p15:guide id="17" pos="3820">
          <p15:clr>
            <a:srgbClr val="E46962"/>
          </p15:clr>
        </p15:guide>
        <p15:guide id="18" pos="4194">
          <p15:clr>
            <a:srgbClr val="E46962"/>
          </p15:clr>
        </p15:guide>
        <p15:guide id="19" pos="4270">
          <p15:clr>
            <a:srgbClr val="E46962"/>
          </p15:clr>
        </p15:guide>
        <p15:guide id="20" pos="4644">
          <p15:clr>
            <a:srgbClr val="E46962"/>
          </p15:clr>
        </p15:guide>
        <p15:guide id="21" pos="4720">
          <p15:clr>
            <a:srgbClr val="E46962"/>
          </p15:clr>
        </p15:guide>
        <p15:guide id="22" pos="5094">
          <p15:clr>
            <a:srgbClr val="E46962"/>
          </p15:clr>
        </p15:guide>
        <p15:guide id="23" pos="5170">
          <p15:clr>
            <a:srgbClr val="E46962"/>
          </p15:clr>
        </p15:guide>
        <p15:guide id="24" pos="5544">
          <p15:clr>
            <a:srgbClr val="E46962"/>
          </p15:clr>
        </p15:guide>
        <p15:guide id="25" orient="horz" pos="141">
          <p15:clr>
            <a:srgbClr val="E46962"/>
          </p15:clr>
        </p15:guide>
        <p15:guide id="26" orient="horz" pos="3099">
          <p15:clr>
            <a:srgbClr val="E46962"/>
          </p15:clr>
        </p15:guide>
        <p15:guide id="27" pos="144">
          <p15:clr>
            <a:srgbClr val="E46962"/>
          </p15:clr>
        </p15:guide>
        <p15:guide id="28" pos="5616">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jp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xml"/><Relationship Id="rId3" Type="http://schemas.openxmlformats.org/officeDocument/2006/relationships/comments" Target="../comments/commen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xml"/><Relationship Id="rId3" Type="http://schemas.openxmlformats.org/officeDocument/2006/relationships/comments" Target="../comments/commen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9.xml"/><Relationship Id="rId3" Type="http://schemas.openxmlformats.org/officeDocument/2006/relationships/image" Target="../media/image9.jpg"/><Relationship Id="rId4" Type="http://schemas.openxmlformats.org/officeDocument/2006/relationships/image" Target="../media/image7.jpg"/><Relationship Id="rId5"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7"/>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375" name="Google Shape;375;p57"/>
          <p:cNvSpPr txBox="1"/>
          <p:nvPr>
            <p:ph idx="3" type="title"/>
          </p:nvPr>
        </p:nvSpPr>
        <p:spPr>
          <a:xfrm>
            <a:off x="3780306" y="223498"/>
            <a:ext cx="27432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ASSIGNMENT 3</a:t>
            </a:r>
            <a:endParaRPr/>
          </a:p>
        </p:txBody>
      </p:sp>
      <p:sp>
        <p:nvSpPr>
          <p:cNvPr id="376" name="Google Shape;376;p57"/>
          <p:cNvSpPr txBox="1"/>
          <p:nvPr>
            <p:ph type="title"/>
          </p:nvPr>
        </p:nvSpPr>
        <p:spPr>
          <a:xfrm>
            <a:off x="3780300" y="645775"/>
            <a:ext cx="4816500" cy="2997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5800"/>
              <a:t>Cyber </a:t>
            </a:r>
            <a:r>
              <a:rPr lang="en" sz="5800"/>
              <a:t>Hygiene</a:t>
            </a:r>
            <a:r>
              <a:rPr lang="en" sz="5800">
                <a:latin typeface="Arial"/>
                <a:ea typeface="Arial"/>
                <a:cs typeface="Arial"/>
                <a:sym typeface="Arial"/>
              </a:rPr>
              <a:t>:</a:t>
            </a:r>
            <a:br>
              <a:rPr lang="en" sz="5300"/>
            </a:br>
            <a:r>
              <a:rPr lang="en" sz="3400"/>
              <a:t>Policies, Effectiveness, and Challenges</a:t>
            </a:r>
            <a:endParaRPr sz="7400"/>
          </a:p>
        </p:txBody>
      </p:sp>
      <p:sp>
        <p:nvSpPr>
          <p:cNvPr id="377" name="Google Shape;377;p57"/>
          <p:cNvSpPr txBox="1"/>
          <p:nvPr>
            <p:ph idx="1" type="subTitle"/>
          </p:nvPr>
        </p:nvSpPr>
        <p:spPr>
          <a:xfrm>
            <a:off x="3819093" y="3755399"/>
            <a:ext cx="1309200" cy="90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t>Contributor</a:t>
            </a:r>
            <a:endParaRPr b="1" sz="1200"/>
          </a:p>
          <a:p>
            <a:pPr indent="0" lvl="0" marL="0" rtl="0" algn="l">
              <a:spcBef>
                <a:spcPts val="0"/>
              </a:spcBef>
              <a:spcAft>
                <a:spcPts val="0"/>
              </a:spcAft>
              <a:buNone/>
            </a:pPr>
            <a:r>
              <a:rPr lang="en" sz="1200">
                <a:solidFill>
                  <a:schemeClr val="accent1"/>
                </a:solidFill>
              </a:rPr>
              <a:t>Jay Gorakhiya</a:t>
            </a:r>
            <a:br>
              <a:rPr lang="en" sz="1200">
                <a:solidFill>
                  <a:schemeClr val="accent1"/>
                </a:solidFill>
              </a:rPr>
            </a:br>
            <a:r>
              <a:rPr lang="en" sz="1200">
                <a:solidFill>
                  <a:schemeClr val="accent1"/>
                </a:solidFill>
              </a:rPr>
              <a:t>23M0825</a:t>
            </a:r>
            <a:endParaRPr sz="1200">
              <a:solidFill>
                <a:schemeClr val="accent1"/>
              </a:solidFill>
            </a:endParaRPr>
          </a:p>
        </p:txBody>
      </p:sp>
      <p:sp>
        <p:nvSpPr>
          <p:cNvPr id="378" name="Google Shape;378;p57"/>
          <p:cNvSpPr txBox="1"/>
          <p:nvPr>
            <p:ph idx="4" type="subTitle"/>
          </p:nvPr>
        </p:nvSpPr>
        <p:spPr>
          <a:xfrm>
            <a:off x="5248118" y="3755399"/>
            <a:ext cx="1309200" cy="90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t>Contributor</a:t>
            </a:r>
            <a:endParaRPr b="1" sz="1200"/>
          </a:p>
          <a:p>
            <a:pPr indent="0" lvl="0" marL="0" rtl="0" algn="l">
              <a:spcBef>
                <a:spcPts val="0"/>
              </a:spcBef>
              <a:spcAft>
                <a:spcPts val="0"/>
              </a:spcAft>
              <a:buNone/>
            </a:pPr>
            <a:r>
              <a:rPr lang="en" sz="1200">
                <a:solidFill>
                  <a:schemeClr val="accent1"/>
                </a:solidFill>
              </a:rPr>
              <a:t>Akshit Varmora</a:t>
            </a:r>
            <a:br>
              <a:rPr lang="en" sz="1200">
                <a:solidFill>
                  <a:schemeClr val="accent1"/>
                </a:solidFill>
              </a:rPr>
            </a:br>
            <a:r>
              <a:rPr lang="en" sz="1200">
                <a:solidFill>
                  <a:schemeClr val="accent1"/>
                </a:solidFill>
              </a:rPr>
              <a:t>23M0832</a:t>
            </a:r>
            <a:endParaRPr sz="1200">
              <a:solidFill>
                <a:schemeClr val="accent1"/>
              </a:solidFill>
            </a:endParaRPr>
          </a:p>
        </p:txBody>
      </p:sp>
      <p:pic>
        <p:nvPicPr>
          <p:cNvPr id="379" name="Google Shape;379;p57" title="img1.png"/>
          <p:cNvPicPr preferRelativeResize="0"/>
          <p:nvPr>
            <p:ph idx="5" type="pic"/>
          </p:nvPr>
        </p:nvPicPr>
        <p:blipFill rotWithShape="1">
          <a:blip r:embed="rId3">
            <a:alphaModFix/>
          </a:blip>
          <a:srcRect b="22606" l="0" r="0" t="22606"/>
          <a:stretch/>
        </p:blipFill>
        <p:spPr>
          <a:xfrm>
            <a:off x="228600" y="223475"/>
            <a:ext cx="2857200" cy="2348100"/>
          </a:xfrm>
          <a:prstGeom prst="round2SameRect">
            <a:avLst>
              <a:gd fmla="val 16667" name="adj1"/>
              <a:gd fmla="val 0" name="adj2"/>
            </a:avLst>
          </a:prstGeom>
        </p:spPr>
      </p:pic>
      <p:pic>
        <p:nvPicPr>
          <p:cNvPr descr="Person using a tablet computer." id="380" name="Google Shape;380;p57"/>
          <p:cNvPicPr preferRelativeResize="0"/>
          <p:nvPr>
            <p:ph idx="6" type="pic"/>
          </p:nvPr>
        </p:nvPicPr>
        <p:blipFill rotWithShape="1">
          <a:blip r:embed="rId4">
            <a:alphaModFix/>
          </a:blip>
          <a:srcRect b="0" l="9449" r="9449" t="0"/>
          <a:stretch/>
        </p:blipFill>
        <p:spPr>
          <a:xfrm>
            <a:off x="228600" y="2564446"/>
            <a:ext cx="2857200" cy="2348100"/>
          </a:xfrm>
          <a:prstGeom prst="round2SameRect">
            <a:avLst>
              <a:gd fmla="val 0" name="adj1"/>
              <a:gd fmla="val 6437" name="adj2"/>
            </a:avLst>
          </a:prstGeom>
        </p:spPr>
      </p:pic>
      <p:sp>
        <p:nvSpPr>
          <p:cNvPr id="381" name="Google Shape;381;p57"/>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382" name="Google Shape;382;p57"/>
          <p:cNvSpPr txBox="1"/>
          <p:nvPr>
            <p:ph idx="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383" name="Google Shape;383;p57"/>
          <p:cNvSpPr txBox="1"/>
          <p:nvPr>
            <p:ph idx="4" type="subTitle"/>
          </p:nvPr>
        </p:nvSpPr>
        <p:spPr>
          <a:xfrm>
            <a:off x="6677143" y="3755399"/>
            <a:ext cx="1309200" cy="90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t>Contributor</a:t>
            </a:r>
            <a:endParaRPr b="1" sz="1200"/>
          </a:p>
          <a:p>
            <a:pPr indent="0" lvl="0" marL="0" rtl="0" algn="l">
              <a:spcBef>
                <a:spcPts val="0"/>
              </a:spcBef>
              <a:spcAft>
                <a:spcPts val="0"/>
              </a:spcAft>
              <a:buNone/>
            </a:pPr>
            <a:r>
              <a:rPr lang="en" sz="1200">
                <a:solidFill>
                  <a:schemeClr val="accent1"/>
                </a:solidFill>
              </a:rPr>
              <a:t>Soumik Dutta</a:t>
            </a:r>
            <a:br>
              <a:rPr lang="en" sz="1200">
                <a:solidFill>
                  <a:schemeClr val="accent1"/>
                </a:solidFill>
              </a:rPr>
            </a:br>
            <a:r>
              <a:rPr lang="en" sz="1200">
                <a:solidFill>
                  <a:schemeClr val="accent1"/>
                </a:solidFill>
              </a:rPr>
              <a:t>23M0826</a:t>
            </a:r>
            <a:endParaRPr sz="1200">
              <a:solidFill>
                <a:schemeClr val="accent1"/>
              </a:solidFill>
            </a:endParaRPr>
          </a:p>
        </p:txBody>
      </p:sp>
      <p:sp>
        <p:nvSpPr>
          <p:cNvPr id="384" name="Google Shape;384;p57"/>
          <p:cNvSpPr txBox="1"/>
          <p:nvPr/>
        </p:nvSpPr>
        <p:spPr>
          <a:xfrm>
            <a:off x="3431701" y="4511100"/>
            <a:ext cx="5144100" cy="499200"/>
          </a:xfrm>
          <a:prstGeom prst="rect">
            <a:avLst/>
          </a:prstGeom>
          <a:noFill/>
          <a:ln>
            <a:noFill/>
          </a:ln>
          <a:effectLst>
            <a:outerShdw blurRad="371475" rotWithShape="0" algn="bl" dir="1500000" dist="9525">
              <a:srgbClr val="000000"/>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5"/>
                </a:solidFill>
                <a:latin typeface="Average"/>
                <a:ea typeface="Average"/>
                <a:cs typeface="Average"/>
                <a:sym typeface="Average"/>
              </a:rPr>
              <a:t>PS657: Cybersecurity Management &amp; Governance - Policy Aspects</a:t>
            </a:r>
            <a:endParaRPr>
              <a:solidFill>
                <a:schemeClr val="accent5"/>
              </a:solidFill>
              <a:latin typeface="Average"/>
              <a:ea typeface="Average"/>
              <a:cs typeface="Average"/>
              <a:sym typeface="Average"/>
            </a:endParaRPr>
          </a:p>
        </p:txBody>
      </p:sp>
      <p:pic>
        <p:nvPicPr>
          <p:cNvPr id="385" name="Google Shape;385;p57" title="images.png"/>
          <p:cNvPicPr preferRelativeResize="0"/>
          <p:nvPr>
            <p:ph idx="2" type="pic"/>
          </p:nvPr>
        </p:nvPicPr>
        <p:blipFill rotWithShape="1">
          <a:blip r:embed="rId5">
            <a:alphaModFix/>
          </a:blip>
          <a:srcRect b="0" l="1105" r="1095" t="0"/>
          <a:stretch/>
        </p:blipFill>
        <p:spPr>
          <a:xfrm>
            <a:off x="8596800" y="223475"/>
            <a:ext cx="318600" cy="318600"/>
          </a:xfrm>
          <a:prstGeom prst="ellipse">
            <a:avLst/>
          </a:prstGeom>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389" name="Shape 389"/>
        <p:cNvGrpSpPr/>
        <p:nvPr/>
      </p:nvGrpSpPr>
      <p:grpSpPr>
        <a:xfrm>
          <a:off x="0" y="0"/>
          <a:ext cx="0" cy="0"/>
          <a:chOff x="0" y="0"/>
          <a:chExt cx="0" cy="0"/>
        </a:xfrm>
      </p:grpSpPr>
      <p:sp>
        <p:nvSpPr>
          <p:cNvPr id="390" name="Google Shape;390;p58"/>
          <p:cNvSpPr txBox="1"/>
          <p:nvPr>
            <p:ph idx="1" type="subTitle"/>
          </p:nvPr>
        </p:nvSpPr>
        <p:spPr>
          <a:xfrm>
            <a:off x="966811" y="321575"/>
            <a:ext cx="230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PART 1</a:t>
            </a:r>
            <a:endParaRPr sz="2000"/>
          </a:p>
        </p:txBody>
      </p:sp>
      <p:sp>
        <p:nvSpPr>
          <p:cNvPr id="391" name="Google Shape;391;p58"/>
          <p:cNvSpPr txBox="1"/>
          <p:nvPr>
            <p:ph type="title"/>
          </p:nvPr>
        </p:nvSpPr>
        <p:spPr>
          <a:xfrm>
            <a:off x="884900" y="1024150"/>
            <a:ext cx="6123900" cy="34617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6000"/>
              <a:t>Cyber Hygiene </a:t>
            </a:r>
            <a:r>
              <a:rPr b="1" lang="en" sz="6000">
                <a:solidFill>
                  <a:srgbClr val="000000"/>
                </a:solidFill>
              </a:rPr>
              <a:t>Policies</a:t>
            </a:r>
            <a:endParaRPr b="1" sz="6000">
              <a:solidFill>
                <a:srgbClr val="000000"/>
              </a:solidFill>
            </a:endParaRPr>
          </a:p>
        </p:txBody>
      </p:sp>
      <p:sp>
        <p:nvSpPr>
          <p:cNvPr id="392" name="Google Shape;392;p58"/>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393" name="Google Shape;393;p58"/>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pic>
        <p:nvPicPr>
          <p:cNvPr id="394" name="Google Shape;394;p58" title="images.png"/>
          <p:cNvPicPr preferRelativeResize="0"/>
          <p:nvPr>
            <p:ph idx="2" type="pic"/>
          </p:nvPr>
        </p:nvPicPr>
        <p:blipFill rotWithShape="1">
          <a:blip r:embed="rId3">
            <a:alphaModFix/>
          </a:blip>
          <a:srcRect b="0" l="1105" r="1095" t="0"/>
          <a:stretch/>
        </p:blipFill>
        <p:spPr>
          <a:xfrm>
            <a:off x="8596800" y="223475"/>
            <a:ext cx="318600" cy="318600"/>
          </a:xfrm>
          <a:prstGeom prst="ellipse">
            <a:avLst/>
          </a:prstGeom>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398" name="Shape 398"/>
        <p:cNvGrpSpPr/>
        <p:nvPr/>
      </p:nvGrpSpPr>
      <p:grpSpPr>
        <a:xfrm>
          <a:off x="0" y="0"/>
          <a:ext cx="0" cy="0"/>
          <a:chOff x="0" y="0"/>
          <a:chExt cx="0" cy="0"/>
        </a:xfrm>
      </p:grpSpPr>
      <p:sp>
        <p:nvSpPr>
          <p:cNvPr id="399" name="Google Shape;399;p59"/>
          <p:cNvSpPr/>
          <p:nvPr/>
        </p:nvSpPr>
        <p:spPr>
          <a:xfrm>
            <a:off x="8596792" y="4601400"/>
            <a:ext cx="318600" cy="3186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400" name="Google Shape;400;p59"/>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401" name="Google Shape;401;p59"/>
          <p:cNvSpPr txBox="1"/>
          <p:nvPr>
            <p:ph idx="2" type="subTitle"/>
          </p:nvPr>
        </p:nvSpPr>
        <p:spPr>
          <a:xfrm>
            <a:off x="228600" y="906350"/>
            <a:ext cx="8686800" cy="4102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latin typeface="Arial"/>
                <a:ea typeface="Arial"/>
                <a:cs typeface="Arial"/>
                <a:sym typeface="Arial"/>
              </a:rPr>
              <a:t>Focus:</a:t>
            </a:r>
            <a:r>
              <a:rPr lang="en" sz="1800">
                <a:latin typeface="Arial"/>
                <a:ea typeface="Arial"/>
                <a:cs typeface="Arial"/>
                <a:sym typeface="Arial"/>
              </a:rPr>
              <a:t> Modifying citizen behavior through continuous awareness and foundational training.</a:t>
            </a:r>
            <a:endParaRPr sz="1800">
              <a:latin typeface="Arial"/>
              <a:ea typeface="Arial"/>
              <a:cs typeface="Arial"/>
              <a:sym typeface="Arial"/>
            </a:endParaRPr>
          </a:p>
          <a:p>
            <a:pPr indent="-342900" lvl="0" marL="457200" rtl="0" algn="l">
              <a:lnSpc>
                <a:spcPct val="115000"/>
              </a:lnSpc>
              <a:spcBef>
                <a:spcPts val="1200"/>
              </a:spcBef>
              <a:spcAft>
                <a:spcPts val="0"/>
              </a:spcAft>
              <a:buSzPts val="1800"/>
              <a:buFont typeface="Arial"/>
              <a:buChar char="●"/>
            </a:pPr>
            <a:r>
              <a:rPr b="1" lang="en" sz="1800">
                <a:latin typeface="Arial"/>
                <a:ea typeface="Arial"/>
                <a:cs typeface="Arial"/>
                <a:sym typeface="Arial"/>
              </a:rPr>
              <a:t>Mandatory Digital Literacy:</a:t>
            </a:r>
            <a:r>
              <a:rPr lang="en" sz="1800">
                <a:latin typeface="Arial"/>
                <a:ea typeface="Arial"/>
                <a:cs typeface="Arial"/>
                <a:sym typeface="Arial"/>
              </a:rPr>
              <a:t> Integrate cyber-hygiene into school curriculums from a young age through programs like "</a:t>
            </a:r>
            <a:r>
              <a:rPr i="1" lang="en" sz="1800">
                <a:latin typeface="Arial"/>
                <a:ea typeface="Arial"/>
                <a:cs typeface="Arial"/>
                <a:sym typeface="Arial"/>
              </a:rPr>
              <a:t>Cyber Kid</a:t>
            </a:r>
            <a:r>
              <a:rPr lang="en" sz="1800">
                <a:latin typeface="Arial"/>
                <a:ea typeface="Arial"/>
                <a:cs typeface="Arial"/>
                <a:sym typeface="Arial"/>
              </a:rPr>
              <a:t>" and "</a:t>
            </a:r>
            <a:r>
              <a:rPr i="1" lang="en" sz="1800">
                <a:latin typeface="Arial"/>
                <a:ea typeface="Arial"/>
                <a:cs typeface="Arial"/>
                <a:sym typeface="Arial"/>
              </a:rPr>
              <a:t>Cyber Shikshak</a:t>
            </a:r>
            <a:r>
              <a:rPr lang="en" sz="1800">
                <a:latin typeface="Arial"/>
                <a:ea typeface="Arial"/>
                <a:cs typeface="Arial"/>
                <a:sym typeface="Arial"/>
              </a:rPr>
              <a:t>".</a:t>
            </a:r>
            <a:endParaRPr sz="1800">
              <a:latin typeface="Arial"/>
              <a:ea typeface="Arial"/>
              <a:cs typeface="Arial"/>
              <a:sym typeface="Arial"/>
            </a:endParaRPr>
          </a:p>
          <a:p>
            <a:pPr indent="-342900" lvl="0" marL="457200" rtl="0" algn="l">
              <a:lnSpc>
                <a:spcPct val="115000"/>
              </a:lnSpc>
              <a:spcBef>
                <a:spcPts val="0"/>
              </a:spcBef>
              <a:spcAft>
                <a:spcPts val="0"/>
              </a:spcAft>
              <a:buSzPts val="1800"/>
              <a:buFont typeface="Arial"/>
              <a:buChar char="●"/>
            </a:pPr>
            <a:r>
              <a:rPr b="1" lang="en" sz="1800">
                <a:latin typeface="Arial"/>
                <a:ea typeface="Arial"/>
                <a:cs typeface="Arial"/>
                <a:sym typeface="Arial"/>
              </a:rPr>
              <a:t>Age Restrictions:</a:t>
            </a:r>
            <a:r>
              <a:rPr lang="en" sz="1800">
                <a:latin typeface="Arial"/>
                <a:ea typeface="Arial"/>
                <a:cs typeface="Arial"/>
                <a:sym typeface="Arial"/>
              </a:rPr>
              <a:t> Enforce age limits for digital exposure, such as restricting social media for users under 16.</a:t>
            </a:r>
            <a:endParaRPr sz="1800">
              <a:latin typeface="Arial"/>
              <a:ea typeface="Arial"/>
              <a:cs typeface="Arial"/>
              <a:sym typeface="Arial"/>
            </a:endParaRPr>
          </a:p>
          <a:p>
            <a:pPr indent="-342900" lvl="0" marL="457200" rtl="0" algn="l">
              <a:lnSpc>
                <a:spcPct val="115000"/>
              </a:lnSpc>
              <a:spcBef>
                <a:spcPts val="0"/>
              </a:spcBef>
              <a:spcAft>
                <a:spcPts val="0"/>
              </a:spcAft>
              <a:buSzPts val="1800"/>
              <a:buFont typeface="Arial"/>
              <a:buChar char="●"/>
            </a:pPr>
            <a:r>
              <a:rPr b="1" lang="en" sz="1800">
                <a:latin typeface="Arial"/>
                <a:ea typeface="Arial"/>
                <a:cs typeface="Arial"/>
                <a:sym typeface="Arial"/>
              </a:rPr>
              <a:t>National Awareness Campaigns:</a:t>
            </a:r>
            <a:r>
              <a:rPr lang="en" sz="1800">
                <a:latin typeface="Arial"/>
                <a:ea typeface="Arial"/>
                <a:cs typeface="Arial"/>
                <a:sym typeface="Arial"/>
              </a:rPr>
              <a:t> Use TV, radio, and official social media (e.g., Cyber Dost,</a:t>
            </a:r>
            <a:r>
              <a:rPr lang="en" sz="1800">
                <a:latin typeface="Arial"/>
                <a:ea typeface="Arial"/>
                <a:cs typeface="Arial"/>
                <a:sym typeface="Arial"/>
              </a:rPr>
              <a:t> I4C </a:t>
            </a:r>
            <a:r>
              <a:rPr lang="en" sz="1800">
                <a:latin typeface="Arial"/>
                <a:ea typeface="Arial"/>
                <a:cs typeface="Arial"/>
                <a:sym typeface="Arial"/>
              </a:rPr>
              <a:t>MHA) for continuous, </a:t>
            </a:r>
            <a:r>
              <a:rPr i="1" lang="en" sz="1800">
                <a:latin typeface="Arial"/>
                <a:ea typeface="Arial"/>
                <a:cs typeface="Arial"/>
                <a:sym typeface="Arial"/>
              </a:rPr>
              <a:t>multilingual</a:t>
            </a:r>
            <a:r>
              <a:rPr lang="en" sz="1800">
                <a:latin typeface="Arial"/>
                <a:ea typeface="Arial"/>
                <a:cs typeface="Arial"/>
                <a:sym typeface="Arial"/>
              </a:rPr>
              <a:t> public service announcements.</a:t>
            </a:r>
            <a:endParaRPr sz="1800">
              <a:latin typeface="Arial"/>
              <a:ea typeface="Arial"/>
              <a:cs typeface="Arial"/>
              <a:sym typeface="Arial"/>
            </a:endParaRPr>
          </a:p>
          <a:p>
            <a:pPr indent="-342900" lvl="0" marL="457200" rtl="0" algn="l">
              <a:lnSpc>
                <a:spcPct val="115000"/>
              </a:lnSpc>
              <a:spcBef>
                <a:spcPts val="0"/>
              </a:spcBef>
              <a:spcAft>
                <a:spcPts val="0"/>
              </a:spcAft>
              <a:buSzPts val="1800"/>
              <a:buFont typeface="Arial"/>
              <a:buChar char="●"/>
            </a:pPr>
            <a:r>
              <a:rPr b="1" lang="en" sz="1800">
                <a:latin typeface="Arial"/>
                <a:ea typeface="Arial"/>
                <a:cs typeface="Arial"/>
                <a:sym typeface="Arial"/>
              </a:rPr>
              <a:t>Professional Training:</a:t>
            </a:r>
            <a:r>
              <a:rPr lang="en" sz="1800">
                <a:latin typeface="Arial"/>
                <a:ea typeface="Arial"/>
                <a:cs typeface="Arial"/>
                <a:sym typeface="Arial"/>
              </a:rPr>
              <a:t> Mandate routine phishing simulations and security awareness programs for government employees and critical sector workers.</a:t>
            </a:r>
            <a:endParaRPr sz="1800"/>
          </a:p>
        </p:txBody>
      </p:sp>
      <p:pic>
        <p:nvPicPr>
          <p:cNvPr id="402" name="Google Shape;402;p59" title="images.png"/>
          <p:cNvPicPr preferRelativeResize="0"/>
          <p:nvPr>
            <p:ph idx="3" type="pic"/>
          </p:nvPr>
        </p:nvPicPr>
        <p:blipFill rotWithShape="1">
          <a:blip r:embed="rId4">
            <a:alphaModFix/>
          </a:blip>
          <a:srcRect b="0" l="1105" r="1095" t="0"/>
          <a:stretch/>
        </p:blipFill>
        <p:spPr>
          <a:xfrm>
            <a:off x="8596800" y="223475"/>
            <a:ext cx="318600" cy="318600"/>
          </a:xfrm>
          <a:prstGeom prst="ellipse">
            <a:avLst/>
          </a:prstGeom>
        </p:spPr>
      </p:pic>
      <p:sp>
        <p:nvSpPr>
          <p:cNvPr id="403" name="Google Shape;403;p59"/>
          <p:cNvSpPr txBox="1"/>
          <p:nvPr/>
        </p:nvSpPr>
        <p:spPr>
          <a:xfrm>
            <a:off x="311700" y="223500"/>
            <a:ext cx="8520600" cy="6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chemeClr val="dk2"/>
                </a:solidFill>
                <a:latin typeface="Nanum Myeongjo"/>
                <a:ea typeface="Nanum Myeongjo"/>
                <a:cs typeface="Nanum Myeongjo"/>
                <a:sym typeface="Nanum Myeongjo"/>
              </a:rPr>
              <a:t>Educational &amp; Behavioral Policies</a:t>
            </a:r>
            <a:endParaRPr b="1" sz="3200">
              <a:solidFill>
                <a:srgbClr val="FFFFFF"/>
              </a:solidFill>
              <a:latin typeface="Oswald"/>
              <a:ea typeface="Oswald"/>
              <a:cs typeface="Oswald"/>
              <a:sym typeface="Oswa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407" name="Shape 407"/>
        <p:cNvGrpSpPr/>
        <p:nvPr/>
      </p:nvGrpSpPr>
      <p:grpSpPr>
        <a:xfrm>
          <a:off x="0" y="0"/>
          <a:ext cx="0" cy="0"/>
          <a:chOff x="0" y="0"/>
          <a:chExt cx="0" cy="0"/>
        </a:xfrm>
      </p:grpSpPr>
      <p:sp>
        <p:nvSpPr>
          <p:cNvPr id="408" name="Google Shape;408;p60"/>
          <p:cNvSpPr/>
          <p:nvPr/>
        </p:nvSpPr>
        <p:spPr>
          <a:xfrm>
            <a:off x="8596792" y="4601400"/>
            <a:ext cx="318600" cy="3186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409" name="Google Shape;409;p60"/>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410" name="Google Shape;410;p60"/>
          <p:cNvSpPr txBox="1"/>
          <p:nvPr>
            <p:ph idx="2" type="subTitle"/>
          </p:nvPr>
        </p:nvSpPr>
        <p:spPr>
          <a:xfrm>
            <a:off x="228600" y="906350"/>
            <a:ext cx="8294700" cy="41025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800">
                <a:latin typeface="Arial"/>
                <a:ea typeface="Arial"/>
                <a:cs typeface="Arial"/>
                <a:sym typeface="Arial"/>
              </a:rPr>
              <a:t>Focus:</a:t>
            </a:r>
            <a:r>
              <a:rPr lang="en" sz="1800">
                <a:latin typeface="Arial"/>
                <a:ea typeface="Arial"/>
                <a:cs typeface="Arial"/>
                <a:sym typeface="Arial"/>
              </a:rPr>
              <a:t> Shifting the security burden from the citizen to the digital architecture.</a:t>
            </a:r>
            <a:endParaRPr sz="1800">
              <a:latin typeface="Arial"/>
              <a:ea typeface="Arial"/>
              <a:cs typeface="Arial"/>
              <a:sym typeface="Arial"/>
            </a:endParaRPr>
          </a:p>
          <a:p>
            <a:pPr indent="-342900" lvl="0" marL="457200" rtl="0" algn="l">
              <a:lnSpc>
                <a:spcPct val="115000"/>
              </a:lnSpc>
              <a:spcBef>
                <a:spcPts val="1200"/>
              </a:spcBef>
              <a:spcAft>
                <a:spcPts val="0"/>
              </a:spcAft>
              <a:buSzPts val="1800"/>
              <a:buFont typeface="Arial"/>
              <a:buChar char="●"/>
            </a:pPr>
            <a:r>
              <a:rPr b="1" lang="en" sz="1800">
                <a:latin typeface="Arial"/>
                <a:ea typeface="Arial"/>
                <a:cs typeface="Arial"/>
                <a:sym typeface="Arial"/>
              </a:rPr>
              <a:t>Telecom-Level Threat Filtering:</a:t>
            </a:r>
            <a:r>
              <a:rPr lang="en" sz="1800">
                <a:latin typeface="Arial"/>
                <a:ea typeface="Arial"/>
                <a:cs typeface="Arial"/>
                <a:sym typeface="Arial"/>
              </a:rPr>
              <a:t> Require telecom operators to actively detect and block malicious SMS headers and phishing links at the backend.</a:t>
            </a:r>
            <a:endParaRPr sz="1800">
              <a:latin typeface="Arial"/>
              <a:ea typeface="Arial"/>
              <a:cs typeface="Arial"/>
              <a:sym typeface="Arial"/>
            </a:endParaRPr>
          </a:p>
          <a:p>
            <a:pPr indent="-342900" lvl="0" marL="457200" rtl="0" algn="l">
              <a:lnSpc>
                <a:spcPct val="115000"/>
              </a:lnSpc>
              <a:spcBef>
                <a:spcPts val="0"/>
              </a:spcBef>
              <a:spcAft>
                <a:spcPts val="0"/>
              </a:spcAft>
              <a:buSzPts val="1800"/>
              <a:buFont typeface="Arial"/>
              <a:buChar char="●"/>
            </a:pPr>
            <a:r>
              <a:rPr b="1" lang="en" sz="1800">
                <a:latin typeface="Arial"/>
                <a:ea typeface="Arial"/>
                <a:cs typeface="Arial"/>
                <a:sym typeface="Arial"/>
              </a:rPr>
              <a:t>Mandatory MFA &amp; API Standards:</a:t>
            </a:r>
            <a:r>
              <a:rPr lang="en" sz="1800">
                <a:latin typeface="Arial"/>
                <a:ea typeface="Arial"/>
                <a:cs typeface="Arial"/>
                <a:sym typeface="Arial"/>
              </a:rPr>
              <a:t> Enforce Multi-Factor Authentication (MFA) by default for all financial institutions and Digital Public Infrastructure (DPI).</a:t>
            </a:r>
            <a:endParaRPr sz="1800">
              <a:latin typeface="Arial"/>
              <a:ea typeface="Arial"/>
              <a:cs typeface="Arial"/>
              <a:sym typeface="Arial"/>
            </a:endParaRPr>
          </a:p>
          <a:p>
            <a:pPr indent="-342900" lvl="0" marL="457200" rtl="0" algn="l">
              <a:lnSpc>
                <a:spcPct val="115000"/>
              </a:lnSpc>
              <a:spcBef>
                <a:spcPts val="0"/>
              </a:spcBef>
              <a:spcAft>
                <a:spcPts val="0"/>
              </a:spcAft>
              <a:buSzPts val="1800"/>
              <a:buFont typeface="Arial"/>
              <a:buChar char="●"/>
            </a:pPr>
            <a:r>
              <a:rPr b="1" lang="en" sz="1800">
                <a:latin typeface="Arial"/>
                <a:ea typeface="Arial"/>
                <a:cs typeface="Arial"/>
                <a:sym typeface="Arial"/>
              </a:rPr>
              <a:t>Data Localization &amp; Encryption:</a:t>
            </a:r>
            <a:r>
              <a:rPr lang="en" sz="1800">
                <a:latin typeface="Arial"/>
                <a:ea typeface="Arial"/>
                <a:cs typeface="Arial"/>
                <a:sym typeface="Arial"/>
              </a:rPr>
              <a:t> Mandate robust encryption standards for databases to protect citizen data. I.e. Implementing </a:t>
            </a:r>
            <a:r>
              <a:rPr lang="en" sz="1800">
                <a:latin typeface="Arial"/>
                <a:ea typeface="Arial"/>
                <a:cs typeface="Arial"/>
                <a:sym typeface="Arial"/>
              </a:rPr>
              <a:t>GDPR</a:t>
            </a:r>
            <a:r>
              <a:rPr lang="en" sz="1800">
                <a:latin typeface="Arial"/>
                <a:ea typeface="Arial"/>
                <a:cs typeface="Arial"/>
                <a:sym typeface="Arial"/>
              </a:rPr>
              <a:t> version.</a:t>
            </a:r>
            <a:endParaRPr sz="1800">
              <a:latin typeface="Arial"/>
              <a:ea typeface="Arial"/>
              <a:cs typeface="Arial"/>
              <a:sym typeface="Arial"/>
            </a:endParaRPr>
          </a:p>
          <a:p>
            <a:pPr indent="-342900" lvl="0" marL="457200" rtl="0" algn="l">
              <a:lnSpc>
                <a:spcPct val="115000"/>
              </a:lnSpc>
              <a:spcBef>
                <a:spcPts val="0"/>
              </a:spcBef>
              <a:spcAft>
                <a:spcPts val="0"/>
              </a:spcAft>
              <a:buSzPts val="1800"/>
              <a:buFont typeface="Arial"/>
              <a:buChar char="●"/>
            </a:pPr>
            <a:r>
              <a:rPr b="1" lang="en" sz="1800">
                <a:latin typeface="Arial"/>
                <a:ea typeface="Arial"/>
                <a:cs typeface="Arial"/>
                <a:sym typeface="Arial"/>
              </a:rPr>
              <a:t>Automated Threat Cleaning:</a:t>
            </a:r>
            <a:r>
              <a:rPr lang="en" sz="1800">
                <a:latin typeface="Arial"/>
                <a:ea typeface="Arial"/>
                <a:cs typeface="Arial"/>
                <a:sym typeface="Arial"/>
              </a:rPr>
              <a:t> Expand the "Cyber Swachhta Kendra" to bundle malware/botnet cleaning tools with PSU, telecom, and </a:t>
            </a:r>
            <a:r>
              <a:rPr lang="en" sz="1800">
                <a:latin typeface="Arial"/>
                <a:ea typeface="Arial"/>
                <a:cs typeface="Arial"/>
                <a:sym typeface="Arial"/>
              </a:rPr>
              <a:t>SME</a:t>
            </a:r>
            <a:r>
              <a:rPr lang="en" sz="1800">
                <a:latin typeface="Arial"/>
                <a:ea typeface="Arial"/>
                <a:cs typeface="Arial"/>
                <a:sym typeface="Arial"/>
              </a:rPr>
              <a:t> onboarding.</a:t>
            </a:r>
            <a:endParaRPr b="1" sz="1800">
              <a:latin typeface="Arial"/>
              <a:ea typeface="Arial"/>
              <a:cs typeface="Arial"/>
              <a:sym typeface="Arial"/>
            </a:endParaRPr>
          </a:p>
        </p:txBody>
      </p:sp>
      <p:pic>
        <p:nvPicPr>
          <p:cNvPr id="411" name="Google Shape;411;p60" title="images.png"/>
          <p:cNvPicPr preferRelativeResize="0"/>
          <p:nvPr>
            <p:ph idx="3" type="pic"/>
          </p:nvPr>
        </p:nvPicPr>
        <p:blipFill rotWithShape="1">
          <a:blip r:embed="rId4">
            <a:alphaModFix/>
          </a:blip>
          <a:srcRect b="0" l="1105" r="1095" t="0"/>
          <a:stretch/>
        </p:blipFill>
        <p:spPr>
          <a:xfrm>
            <a:off x="8596800" y="223475"/>
            <a:ext cx="318600" cy="318600"/>
          </a:xfrm>
          <a:prstGeom prst="ellipse">
            <a:avLst/>
          </a:prstGeom>
        </p:spPr>
      </p:pic>
      <p:sp>
        <p:nvSpPr>
          <p:cNvPr id="412" name="Google Shape;412;p60"/>
          <p:cNvSpPr txBox="1"/>
          <p:nvPr/>
        </p:nvSpPr>
        <p:spPr>
          <a:xfrm>
            <a:off x="254425" y="223500"/>
            <a:ext cx="8520600" cy="6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chemeClr val="dk2"/>
                </a:solidFill>
                <a:latin typeface="Nanum Myeongjo"/>
                <a:ea typeface="Nanum Myeongjo"/>
                <a:cs typeface="Nanum Myeongjo"/>
                <a:sym typeface="Nanum Myeongjo"/>
              </a:rPr>
              <a:t>Infrastructure Regulations</a:t>
            </a:r>
            <a:endParaRPr b="1" sz="3200">
              <a:solidFill>
                <a:srgbClr val="FFFFFF"/>
              </a:solidFill>
              <a:latin typeface="Oswald"/>
              <a:ea typeface="Oswald"/>
              <a:cs typeface="Oswald"/>
              <a:sym typeface="Oswa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416" name="Shape 416"/>
        <p:cNvGrpSpPr/>
        <p:nvPr/>
      </p:nvGrpSpPr>
      <p:grpSpPr>
        <a:xfrm>
          <a:off x="0" y="0"/>
          <a:ext cx="0" cy="0"/>
          <a:chOff x="0" y="0"/>
          <a:chExt cx="0" cy="0"/>
        </a:xfrm>
      </p:grpSpPr>
      <p:sp>
        <p:nvSpPr>
          <p:cNvPr id="417" name="Google Shape;417;p61"/>
          <p:cNvSpPr/>
          <p:nvPr/>
        </p:nvSpPr>
        <p:spPr>
          <a:xfrm>
            <a:off x="8596792" y="4601400"/>
            <a:ext cx="318600" cy="3186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418" name="Google Shape;418;p61"/>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419" name="Google Shape;419;p61"/>
          <p:cNvSpPr txBox="1"/>
          <p:nvPr>
            <p:ph idx="2" type="subTitle"/>
          </p:nvPr>
        </p:nvSpPr>
        <p:spPr>
          <a:xfrm>
            <a:off x="228600" y="1142875"/>
            <a:ext cx="8686800" cy="38661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800">
                <a:latin typeface="Arial"/>
                <a:ea typeface="Arial"/>
                <a:cs typeface="Arial"/>
                <a:sym typeface="Arial"/>
              </a:rPr>
              <a:t>Focus:</a:t>
            </a:r>
            <a:r>
              <a:rPr lang="en" sz="1800">
                <a:latin typeface="Arial"/>
                <a:ea typeface="Arial"/>
                <a:cs typeface="Arial"/>
                <a:sym typeface="Arial"/>
              </a:rPr>
              <a:t> Encouraging compliance by removing barriers and updating outdated security rules.</a:t>
            </a:r>
            <a:endParaRPr sz="1800">
              <a:latin typeface="Arial"/>
              <a:ea typeface="Arial"/>
              <a:cs typeface="Arial"/>
              <a:sym typeface="Arial"/>
            </a:endParaRPr>
          </a:p>
          <a:p>
            <a:pPr indent="-342900" lvl="0" marL="457200" rtl="0" algn="l">
              <a:lnSpc>
                <a:spcPct val="115000"/>
              </a:lnSpc>
              <a:spcBef>
                <a:spcPts val="1200"/>
              </a:spcBef>
              <a:spcAft>
                <a:spcPts val="0"/>
              </a:spcAft>
              <a:buSzPts val="1800"/>
              <a:buFont typeface="Arial"/>
              <a:buChar char="●"/>
            </a:pPr>
            <a:r>
              <a:rPr b="1" lang="en" sz="1800">
                <a:latin typeface="Arial"/>
                <a:ea typeface="Arial"/>
                <a:cs typeface="Arial"/>
                <a:sym typeface="Arial"/>
              </a:rPr>
              <a:t>Subsidized Security Tools:</a:t>
            </a:r>
            <a:r>
              <a:rPr lang="en" sz="1800">
                <a:latin typeface="Arial"/>
                <a:ea typeface="Arial"/>
                <a:cs typeface="Arial"/>
                <a:sym typeface="Arial"/>
              </a:rPr>
              <a:t> Provide government-sponsored password managers and basic antivirus software for lower-income citizens.</a:t>
            </a:r>
            <a:endParaRPr sz="1800">
              <a:latin typeface="Arial"/>
              <a:ea typeface="Arial"/>
              <a:cs typeface="Arial"/>
              <a:sym typeface="Arial"/>
            </a:endParaRPr>
          </a:p>
          <a:p>
            <a:pPr indent="-342900" lvl="0" marL="457200" rtl="0" algn="l">
              <a:lnSpc>
                <a:spcPct val="115000"/>
              </a:lnSpc>
              <a:spcBef>
                <a:spcPts val="0"/>
              </a:spcBef>
              <a:spcAft>
                <a:spcPts val="0"/>
              </a:spcAft>
              <a:buSzPts val="1800"/>
              <a:buFont typeface="Arial"/>
              <a:buChar char="●"/>
            </a:pPr>
            <a:r>
              <a:rPr b="1" lang="en" sz="1800">
                <a:latin typeface="Arial"/>
                <a:ea typeface="Arial"/>
                <a:cs typeface="Arial"/>
                <a:sym typeface="Arial"/>
              </a:rPr>
              <a:t>Bug Bounties &amp; Safe Harbor:</a:t>
            </a:r>
            <a:r>
              <a:rPr lang="en" sz="1800">
                <a:latin typeface="Arial"/>
                <a:ea typeface="Arial"/>
                <a:cs typeface="Arial"/>
                <a:sym typeface="Arial"/>
              </a:rPr>
              <a:t> Establish clear legal protections and expand vulnerability disclosure programs to reward citizens who report flaws in public digital services.</a:t>
            </a:r>
            <a:endParaRPr sz="1800">
              <a:latin typeface="Arial"/>
              <a:ea typeface="Arial"/>
              <a:cs typeface="Arial"/>
              <a:sym typeface="Arial"/>
            </a:endParaRPr>
          </a:p>
          <a:p>
            <a:pPr indent="-342900" lvl="0" marL="457200" rtl="0" algn="l">
              <a:lnSpc>
                <a:spcPct val="115000"/>
              </a:lnSpc>
              <a:spcBef>
                <a:spcPts val="0"/>
              </a:spcBef>
              <a:spcAft>
                <a:spcPts val="0"/>
              </a:spcAft>
              <a:buSzPts val="1800"/>
              <a:buFont typeface="Arial"/>
              <a:buChar char="●"/>
            </a:pPr>
            <a:r>
              <a:rPr b="1" lang="en" sz="1800">
                <a:latin typeface="Arial"/>
                <a:ea typeface="Arial"/>
                <a:cs typeface="Arial"/>
                <a:sym typeface="Arial"/>
              </a:rPr>
              <a:t>Adopt NIST Guidelines:</a:t>
            </a:r>
            <a:r>
              <a:rPr lang="en" sz="1800">
                <a:latin typeface="Arial"/>
                <a:ea typeface="Arial"/>
                <a:cs typeface="Arial"/>
                <a:sym typeface="Arial"/>
              </a:rPr>
              <a:t> Eliminate counterproductive, old-school rules like forced 30/60/90-day password rotations or arbitrary symbol requirements.</a:t>
            </a:r>
            <a:endParaRPr b="1" sz="1800">
              <a:latin typeface="Arial"/>
              <a:ea typeface="Arial"/>
              <a:cs typeface="Arial"/>
              <a:sym typeface="Arial"/>
            </a:endParaRPr>
          </a:p>
        </p:txBody>
      </p:sp>
      <p:pic>
        <p:nvPicPr>
          <p:cNvPr id="420" name="Google Shape;420;p61" title="images.png"/>
          <p:cNvPicPr preferRelativeResize="0"/>
          <p:nvPr>
            <p:ph idx="3" type="pic"/>
          </p:nvPr>
        </p:nvPicPr>
        <p:blipFill rotWithShape="1">
          <a:blip r:embed="rId3">
            <a:alphaModFix/>
          </a:blip>
          <a:srcRect b="0" l="1105" r="1095" t="0"/>
          <a:stretch/>
        </p:blipFill>
        <p:spPr>
          <a:xfrm>
            <a:off x="8596800" y="223475"/>
            <a:ext cx="318600" cy="318600"/>
          </a:xfrm>
          <a:prstGeom prst="ellipse">
            <a:avLst/>
          </a:prstGeom>
        </p:spPr>
      </p:pic>
      <p:sp>
        <p:nvSpPr>
          <p:cNvPr id="421" name="Google Shape;421;p61"/>
          <p:cNvSpPr txBox="1"/>
          <p:nvPr/>
        </p:nvSpPr>
        <p:spPr>
          <a:xfrm>
            <a:off x="254425" y="223500"/>
            <a:ext cx="8520600" cy="6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chemeClr val="dk2"/>
                </a:solidFill>
                <a:latin typeface="Nanum Myeongjo"/>
                <a:ea typeface="Nanum Myeongjo"/>
                <a:cs typeface="Nanum Myeongjo"/>
                <a:sym typeface="Nanum Myeongjo"/>
              </a:rPr>
              <a:t>Modern Standards &amp; Incentive Policies</a:t>
            </a:r>
            <a:endParaRPr b="1" sz="3200">
              <a:solidFill>
                <a:srgbClr val="FFFFFF"/>
              </a:solidFill>
              <a:latin typeface="Oswald"/>
              <a:ea typeface="Oswald"/>
              <a:cs typeface="Oswald"/>
              <a:sym typeface="Oswa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425" name="Shape 425"/>
        <p:cNvGrpSpPr/>
        <p:nvPr/>
      </p:nvGrpSpPr>
      <p:grpSpPr>
        <a:xfrm>
          <a:off x="0" y="0"/>
          <a:ext cx="0" cy="0"/>
          <a:chOff x="0" y="0"/>
          <a:chExt cx="0" cy="0"/>
        </a:xfrm>
      </p:grpSpPr>
      <p:sp>
        <p:nvSpPr>
          <p:cNvPr id="426" name="Google Shape;426;p62"/>
          <p:cNvSpPr/>
          <p:nvPr/>
        </p:nvSpPr>
        <p:spPr>
          <a:xfrm>
            <a:off x="8596792" y="4601400"/>
            <a:ext cx="318600" cy="3186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427" name="Google Shape;427;p62"/>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428" name="Google Shape;428;p62"/>
          <p:cNvSpPr txBox="1"/>
          <p:nvPr>
            <p:ph idx="2" type="subTitle"/>
          </p:nvPr>
        </p:nvSpPr>
        <p:spPr>
          <a:xfrm>
            <a:off x="228600" y="906350"/>
            <a:ext cx="8686800" cy="41025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800">
                <a:latin typeface="Arial"/>
                <a:ea typeface="Arial"/>
                <a:cs typeface="Arial"/>
                <a:sym typeface="Arial"/>
              </a:rPr>
              <a:t>Focus:</a:t>
            </a:r>
            <a:r>
              <a:rPr lang="en" sz="1800">
                <a:latin typeface="Arial"/>
                <a:ea typeface="Arial"/>
                <a:cs typeface="Arial"/>
                <a:sym typeface="Arial"/>
              </a:rPr>
              <a:t> Utilizing and expanding India's existing cybersecurity and legal frameworks.</a:t>
            </a:r>
            <a:endParaRPr sz="1800">
              <a:latin typeface="Arial"/>
              <a:ea typeface="Arial"/>
              <a:cs typeface="Arial"/>
              <a:sym typeface="Arial"/>
            </a:endParaRPr>
          </a:p>
          <a:p>
            <a:pPr indent="-342900" lvl="0" marL="457200" rtl="0" algn="l">
              <a:lnSpc>
                <a:spcPct val="115000"/>
              </a:lnSpc>
              <a:spcBef>
                <a:spcPts val="1200"/>
              </a:spcBef>
              <a:spcAft>
                <a:spcPts val="0"/>
              </a:spcAft>
              <a:buSzPts val="1800"/>
              <a:buFont typeface="Arial"/>
              <a:buChar char="●"/>
            </a:pPr>
            <a:r>
              <a:rPr b="1" lang="en" sz="1800">
                <a:latin typeface="Arial"/>
                <a:ea typeface="Arial"/>
                <a:cs typeface="Arial"/>
                <a:sym typeface="Arial"/>
              </a:rPr>
              <a:t>Unified Reporting:</a:t>
            </a:r>
            <a:r>
              <a:rPr lang="en" sz="1800">
                <a:latin typeface="Arial"/>
                <a:ea typeface="Arial"/>
                <a:cs typeface="Arial"/>
                <a:sym typeface="Arial"/>
              </a:rPr>
              <a:t> Promote the 1930 helpline, the Cyber Fraud Mitigation Centre (CFMC), and the National Cyber Crime Reporting Portal for rapid fraud response.</a:t>
            </a:r>
            <a:endParaRPr sz="1800">
              <a:latin typeface="Arial"/>
              <a:ea typeface="Arial"/>
              <a:cs typeface="Arial"/>
              <a:sym typeface="Arial"/>
            </a:endParaRPr>
          </a:p>
          <a:p>
            <a:pPr indent="-342900" lvl="0" marL="457200" rtl="0" algn="l">
              <a:lnSpc>
                <a:spcPct val="115000"/>
              </a:lnSpc>
              <a:spcBef>
                <a:spcPts val="0"/>
              </a:spcBef>
              <a:spcAft>
                <a:spcPts val="0"/>
              </a:spcAft>
              <a:buSzPts val="1800"/>
              <a:buFont typeface="Arial"/>
              <a:buChar char="●"/>
            </a:pPr>
            <a:r>
              <a:rPr b="1" lang="en" sz="1800">
                <a:latin typeface="Arial"/>
                <a:ea typeface="Arial"/>
                <a:cs typeface="Arial"/>
                <a:sym typeface="Arial"/>
              </a:rPr>
              <a:t>Telecom Hygiene:</a:t>
            </a:r>
            <a:r>
              <a:rPr lang="en" sz="1800">
                <a:latin typeface="Arial"/>
                <a:ea typeface="Arial"/>
                <a:cs typeface="Arial"/>
                <a:sym typeface="Arial"/>
              </a:rPr>
              <a:t> Enforce TRAI’s anti-spam rules and utilize the Sanchar Saathi/Chakshu portal to combat suspicious communications.</a:t>
            </a:r>
            <a:endParaRPr sz="1800">
              <a:latin typeface="Arial"/>
              <a:ea typeface="Arial"/>
              <a:cs typeface="Arial"/>
              <a:sym typeface="Arial"/>
            </a:endParaRPr>
          </a:p>
          <a:p>
            <a:pPr indent="-342900" lvl="0" marL="457200" rtl="0" algn="l">
              <a:lnSpc>
                <a:spcPct val="115000"/>
              </a:lnSpc>
              <a:spcBef>
                <a:spcPts val="0"/>
              </a:spcBef>
              <a:spcAft>
                <a:spcPts val="0"/>
              </a:spcAft>
              <a:buSzPts val="1800"/>
              <a:buFont typeface="Arial"/>
              <a:buChar char="●"/>
            </a:pPr>
            <a:r>
              <a:rPr b="1" lang="en" sz="1800">
                <a:latin typeface="Arial"/>
                <a:ea typeface="Arial"/>
                <a:cs typeface="Arial"/>
                <a:sym typeface="Arial"/>
              </a:rPr>
              <a:t>Data Protection Enforcement:</a:t>
            </a:r>
            <a:r>
              <a:rPr lang="en" sz="1800">
                <a:latin typeface="Arial"/>
                <a:ea typeface="Arial"/>
                <a:cs typeface="Arial"/>
                <a:sym typeface="Arial"/>
              </a:rPr>
              <a:t> Leverage the DPDP (Digital Personal Data Protection) Act and Data Protection Board to hold organizations legally accountable for user data.</a:t>
            </a:r>
            <a:endParaRPr sz="1800">
              <a:latin typeface="Arial"/>
              <a:ea typeface="Arial"/>
              <a:cs typeface="Arial"/>
              <a:sym typeface="Arial"/>
            </a:endParaRPr>
          </a:p>
          <a:p>
            <a:pPr indent="-342900" lvl="0" marL="457200" rtl="0" algn="l">
              <a:lnSpc>
                <a:spcPct val="115000"/>
              </a:lnSpc>
              <a:spcBef>
                <a:spcPts val="0"/>
              </a:spcBef>
              <a:spcAft>
                <a:spcPts val="0"/>
              </a:spcAft>
              <a:buSzPts val="1800"/>
              <a:buFont typeface="Arial"/>
              <a:buChar char="●"/>
            </a:pPr>
            <a:r>
              <a:rPr b="1" lang="en" sz="1800">
                <a:latin typeface="Arial"/>
                <a:ea typeface="Arial"/>
                <a:cs typeface="Arial"/>
                <a:sym typeface="Arial"/>
              </a:rPr>
              <a:t>Incentivize Compliance:</a:t>
            </a:r>
            <a:r>
              <a:rPr lang="en" sz="1800">
                <a:latin typeface="Arial"/>
                <a:ea typeface="Arial"/>
                <a:cs typeface="Arial"/>
                <a:sym typeface="Arial"/>
              </a:rPr>
              <a:t> Provide government incentives or tax benefits to public and private bodies that strictly adhere to these cybersecurity frameworks.</a:t>
            </a:r>
            <a:endParaRPr b="1" sz="1800">
              <a:latin typeface="Arial"/>
              <a:ea typeface="Arial"/>
              <a:cs typeface="Arial"/>
              <a:sym typeface="Arial"/>
            </a:endParaRPr>
          </a:p>
        </p:txBody>
      </p:sp>
      <p:pic>
        <p:nvPicPr>
          <p:cNvPr id="429" name="Google Shape;429;p62" title="images.png"/>
          <p:cNvPicPr preferRelativeResize="0"/>
          <p:nvPr>
            <p:ph idx="3" type="pic"/>
          </p:nvPr>
        </p:nvPicPr>
        <p:blipFill rotWithShape="1">
          <a:blip r:embed="rId3">
            <a:alphaModFix/>
          </a:blip>
          <a:srcRect b="0" l="1105" r="1095" t="0"/>
          <a:stretch/>
        </p:blipFill>
        <p:spPr>
          <a:xfrm>
            <a:off x="8596800" y="223475"/>
            <a:ext cx="318600" cy="318600"/>
          </a:xfrm>
          <a:prstGeom prst="ellipse">
            <a:avLst/>
          </a:prstGeom>
        </p:spPr>
      </p:pic>
      <p:sp>
        <p:nvSpPr>
          <p:cNvPr id="430" name="Google Shape;430;p62"/>
          <p:cNvSpPr txBox="1"/>
          <p:nvPr/>
        </p:nvSpPr>
        <p:spPr>
          <a:xfrm>
            <a:off x="228600" y="227150"/>
            <a:ext cx="8520600" cy="6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chemeClr val="dk2"/>
                </a:solidFill>
                <a:latin typeface="Nanum Myeongjo"/>
                <a:ea typeface="Nanum Myeongjo"/>
                <a:cs typeface="Nanum Myeongjo"/>
                <a:sym typeface="Nanum Myeongjo"/>
              </a:rPr>
              <a:t>Indian Context</a:t>
            </a:r>
            <a:endParaRPr b="1" sz="3200">
              <a:solidFill>
                <a:srgbClr val="FFFFFF"/>
              </a:solidFill>
              <a:latin typeface="Oswald"/>
              <a:ea typeface="Oswald"/>
              <a:cs typeface="Oswald"/>
              <a:sym typeface="Oswald"/>
            </a:endParaRPr>
          </a:p>
        </p:txBody>
      </p:sp>
      <p:pic>
        <p:nvPicPr>
          <p:cNvPr descr="Flag of India (Provided by Getty Images)" id="431" name="Google Shape;431;p62"/>
          <p:cNvPicPr preferRelativeResize="0"/>
          <p:nvPr/>
        </p:nvPicPr>
        <p:blipFill rotWithShape="1">
          <a:blip r:embed="rId4">
            <a:alphaModFix/>
          </a:blip>
          <a:srcRect b="18814" l="23017" r="21388" t="17625"/>
          <a:stretch/>
        </p:blipFill>
        <p:spPr>
          <a:xfrm>
            <a:off x="3308925" y="189200"/>
            <a:ext cx="1222400" cy="7551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435" name="Shape 435"/>
        <p:cNvGrpSpPr/>
        <p:nvPr/>
      </p:nvGrpSpPr>
      <p:grpSpPr>
        <a:xfrm>
          <a:off x="0" y="0"/>
          <a:ext cx="0" cy="0"/>
          <a:chOff x="0" y="0"/>
          <a:chExt cx="0" cy="0"/>
        </a:xfrm>
      </p:grpSpPr>
      <p:pic>
        <p:nvPicPr>
          <p:cNvPr id="436" name="Google Shape;436;p63" title="Gemini_Generated_Image_5afonl5afonl5afo.png"/>
          <p:cNvPicPr preferRelativeResize="0"/>
          <p:nvPr/>
        </p:nvPicPr>
        <p:blipFill>
          <a:blip r:embed="rId3">
            <a:alphaModFix/>
          </a:blip>
          <a:stretch>
            <a:fillRect/>
          </a:stretch>
        </p:blipFill>
        <p:spPr>
          <a:xfrm>
            <a:off x="161100" y="161875"/>
            <a:ext cx="8599926" cy="4690501"/>
          </a:xfrm>
          <a:prstGeom prst="rect">
            <a:avLst/>
          </a:prstGeom>
          <a:noFill/>
          <a:ln>
            <a:noFill/>
          </a:ln>
        </p:spPr>
      </p:pic>
      <p:sp>
        <p:nvSpPr>
          <p:cNvPr id="437" name="Google Shape;437;p63"/>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438" name="Google Shape;438;p63"/>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pic>
        <p:nvPicPr>
          <p:cNvPr id="439" name="Google Shape;439;p63" title="images.png"/>
          <p:cNvPicPr preferRelativeResize="0"/>
          <p:nvPr>
            <p:ph idx="2" type="pic"/>
          </p:nvPr>
        </p:nvPicPr>
        <p:blipFill rotWithShape="1">
          <a:blip r:embed="rId4">
            <a:alphaModFix/>
          </a:blip>
          <a:srcRect b="0" l="1105" r="1095" t="0"/>
          <a:stretch/>
        </p:blipFill>
        <p:spPr>
          <a:xfrm>
            <a:off x="8596800" y="223475"/>
            <a:ext cx="318600" cy="318600"/>
          </a:xfrm>
          <a:prstGeom prst="ellipse">
            <a:avLst/>
          </a:prstGeom>
        </p:spPr>
      </p:pic>
      <p:sp>
        <p:nvSpPr>
          <p:cNvPr id="440" name="Google Shape;440;p63"/>
          <p:cNvSpPr/>
          <p:nvPr/>
        </p:nvSpPr>
        <p:spPr>
          <a:xfrm>
            <a:off x="228600" y="3752675"/>
            <a:ext cx="4186500" cy="1099800"/>
          </a:xfrm>
          <a:prstGeom prst="roundRect">
            <a:avLst>
              <a:gd fmla="val 16667" name="adj"/>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44" name="Shape 444"/>
        <p:cNvGrpSpPr/>
        <p:nvPr/>
      </p:nvGrpSpPr>
      <p:grpSpPr>
        <a:xfrm>
          <a:off x="0" y="0"/>
          <a:ext cx="0" cy="0"/>
          <a:chOff x="0" y="0"/>
          <a:chExt cx="0" cy="0"/>
        </a:xfrm>
      </p:grpSpPr>
      <p:sp>
        <p:nvSpPr>
          <p:cNvPr id="445" name="Google Shape;445;p64"/>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446" name="Google Shape;446;p64"/>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447" name="Google Shape;447;p64"/>
          <p:cNvSpPr txBox="1"/>
          <p:nvPr>
            <p:ph idx="4294967295" type="subTitle"/>
          </p:nvPr>
        </p:nvSpPr>
        <p:spPr>
          <a:xfrm>
            <a:off x="966811" y="321575"/>
            <a:ext cx="230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PART 2</a:t>
            </a:r>
            <a:endParaRPr sz="2000"/>
          </a:p>
        </p:txBody>
      </p:sp>
      <p:sp>
        <p:nvSpPr>
          <p:cNvPr id="448" name="Google Shape;448;p64"/>
          <p:cNvSpPr txBox="1"/>
          <p:nvPr>
            <p:ph type="title"/>
          </p:nvPr>
        </p:nvSpPr>
        <p:spPr>
          <a:xfrm>
            <a:off x="884900" y="1024150"/>
            <a:ext cx="6123900" cy="34617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6000"/>
              <a:t>Measure </a:t>
            </a:r>
            <a:r>
              <a:rPr lang="en" sz="6000"/>
              <a:t>Effectiveness of  these </a:t>
            </a:r>
            <a:r>
              <a:rPr b="1" lang="en" sz="6000"/>
              <a:t>Policies</a:t>
            </a:r>
            <a:endParaRPr b="1" sz="6000"/>
          </a:p>
        </p:txBody>
      </p:sp>
      <p:pic>
        <p:nvPicPr>
          <p:cNvPr id="449" name="Google Shape;449;p64" title="images.png"/>
          <p:cNvPicPr preferRelativeResize="0"/>
          <p:nvPr>
            <p:ph idx="2" type="pic"/>
          </p:nvPr>
        </p:nvPicPr>
        <p:blipFill rotWithShape="1">
          <a:blip r:embed="rId3">
            <a:alphaModFix/>
          </a:blip>
          <a:srcRect b="0" l="1105" r="1095" t="0"/>
          <a:stretch/>
        </p:blipFill>
        <p:spPr>
          <a:xfrm>
            <a:off x="8596800" y="223475"/>
            <a:ext cx="318600" cy="318600"/>
          </a:xfrm>
          <a:prstGeom prst="ellipse">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53" name="Shape 453"/>
        <p:cNvGrpSpPr/>
        <p:nvPr/>
      </p:nvGrpSpPr>
      <p:grpSpPr>
        <a:xfrm>
          <a:off x="0" y="0"/>
          <a:ext cx="0" cy="0"/>
          <a:chOff x="0" y="0"/>
          <a:chExt cx="0" cy="0"/>
        </a:xfrm>
      </p:grpSpPr>
      <p:sp>
        <p:nvSpPr>
          <p:cNvPr id="454" name="Google Shape;454;p65"/>
          <p:cNvSpPr/>
          <p:nvPr/>
        </p:nvSpPr>
        <p:spPr>
          <a:xfrm>
            <a:off x="8596792" y="4601400"/>
            <a:ext cx="318600" cy="3186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455" name="Google Shape;455;p65"/>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pic>
        <p:nvPicPr>
          <p:cNvPr id="456" name="Google Shape;456;p65" title="images.png"/>
          <p:cNvPicPr preferRelativeResize="0"/>
          <p:nvPr>
            <p:ph idx="3" type="pic"/>
          </p:nvPr>
        </p:nvPicPr>
        <p:blipFill rotWithShape="1">
          <a:blip r:embed="rId3">
            <a:alphaModFix/>
          </a:blip>
          <a:srcRect b="0" l="1105" r="1095" t="0"/>
          <a:stretch/>
        </p:blipFill>
        <p:spPr>
          <a:xfrm>
            <a:off x="8596800" y="223475"/>
            <a:ext cx="318600" cy="318600"/>
          </a:xfrm>
          <a:prstGeom prst="ellipse">
            <a:avLst/>
          </a:prstGeom>
        </p:spPr>
      </p:pic>
      <p:sp>
        <p:nvSpPr>
          <p:cNvPr id="457" name="Google Shape;457;p65"/>
          <p:cNvSpPr txBox="1"/>
          <p:nvPr>
            <p:ph idx="2" type="subTitle"/>
          </p:nvPr>
        </p:nvSpPr>
        <p:spPr>
          <a:xfrm>
            <a:off x="228600" y="886500"/>
            <a:ext cx="8368200" cy="4033500"/>
          </a:xfrm>
          <a:prstGeom prst="rect">
            <a:avLst/>
          </a:prstGeom>
        </p:spPr>
        <p:txBody>
          <a:bodyPr anchorCtr="0" anchor="t" bIns="91425" lIns="91425" spcFirstLastPara="1" rIns="91425" wrap="square" tIns="91425">
            <a:noAutofit/>
          </a:bodyPr>
          <a:lstStyle/>
          <a:p>
            <a:pPr indent="-317500" lvl="0" marL="457200" rtl="0" algn="just">
              <a:lnSpc>
                <a:spcPct val="115000"/>
              </a:lnSpc>
              <a:spcBef>
                <a:spcPts val="0"/>
              </a:spcBef>
              <a:spcAft>
                <a:spcPts val="0"/>
              </a:spcAft>
              <a:buSzPts val="1400"/>
              <a:buFont typeface="Arial"/>
              <a:buChar char="●"/>
            </a:pPr>
            <a:r>
              <a:rPr b="1" lang="en" sz="1400">
                <a:latin typeface="Arial"/>
                <a:ea typeface="Arial"/>
                <a:cs typeface="Arial"/>
                <a:sym typeface="Arial"/>
              </a:rPr>
              <a:t>Mandatory Digital Literacy:</a:t>
            </a:r>
            <a:r>
              <a:rPr lang="en" sz="1400">
                <a:latin typeface="Arial"/>
                <a:ea typeface="Arial"/>
                <a:cs typeface="Arial"/>
                <a:sym typeface="Arial"/>
              </a:rPr>
              <a:t> Aggregate data via state-level Learning Management System (LMS) APIs to track module completion and standardized pre/post-assessment quiz scores. Monitor anonymized school network web-filter logs to quantify actual reductions in high-risk browsing behaviors.</a:t>
            </a:r>
            <a:endParaRPr sz="1400">
              <a:latin typeface="Arial"/>
              <a:ea typeface="Arial"/>
              <a:cs typeface="Arial"/>
              <a:sym typeface="Arial"/>
            </a:endParaRPr>
          </a:p>
          <a:p>
            <a:pPr indent="-317500" lvl="0" marL="457200" rtl="0" algn="just">
              <a:lnSpc>
                <a:spcPct val="115000"/>
              </a:lnSpc>
              <a:spcBef>
                <a:spcPts val="0"/>
              </a:spcBef>
              <a:spcAft>
                <a:spcPts val="0"/>
              </a:spcAft>
              <a:buSzPts val="1400"/>
              <a:buFont typeface="Arial"/>
              <a:buChar char="●"/>
            </a:pPr>
            <a:r>
              <a:rPr b="1" lang="en" sz="1400">
                <a:latin typeface="Arial"/>
                <a:ea typeface="Arial"/>
                <a:cs typeface="Arial"/>
                <a:sym typeface="Arial"/>
              </a:rPr>
              <a:t>Age Restrictions:</a:t>
            </a:r>
            <a:r>
              <a:rPr lang="en" sz="1400">
                <a:latin typeface="Arial"/>
                <a:ea typeface="Arial"/>
                <a:cs typeface="Arial"/>
                <a:sym typeface="Arial"/>
              </a:rPr>
              <a:t> Deploy automated compliance bots ("mystery shoppers") and third-party algorithmic audits to test platform age-verification gates. Mandate API-level compliance reporting from social platforms detailing blocked sign-up attempts, and cross-reference with incident volume from national child safety hotlines.</a:t>
            </a:r>
            <a:endParaRPr sz="1400">
              <a:latin typeface="Arial"/>
              <a:ea typeface="Arial"/>
              <a:cs typeface="Arial"/>
              <a:sym typeface="Arial"/>
            </a:endParaRPr>
          </a:p>
          <a:p>
            <a:pPr indent="-317500" lvl="0" marL="457200" rtl="0" algn="just">
              <a:lnSpc>
                <a:spcPct val="115000"/>
              </a:lnSpc>
              <a:spcBef>
                <a:spcPts val="0"/>
              </a:spcBef>
              <a:spcAft>
                <a:spcPts val="0"/>
              </a:spcAft>
              <a:buSzPts val="1400"/>
              <a:buFont typeface="Arial"/>
              <a:buChar char="●"/>
            </a:pPr>
            <a:r>
              <a:rPr b="1" lang="en" sz="1400">
                <a:latin typeface="Arial"/>
                <a:ea typeface="Arial"/>
                <a:cs typeface="Arial"/>
                <a:sym typeface="Arial"/>
              </a:rPr>
              <a:t>National Awareness Campaigns:</a:t>
            </a:r>
            <a:r>
              <a:rPr lang="en" sz="1400">
                <a:latin typeface="Arial"/>
                <a:ea typeface="Arial"/>
                <a:cs typeface="Arial"/>
                <a:sym typeface="Arial"/>
              </a:rPr>
              <a:t> Track multi-channel digital ad telemetry (impressions, CTR) and broadcast distribution metrics. Commission recurring third-party polling to measure message recall, and correlate campaign flight dates with traffic spikes in web analytics and inbound call volume to national fraud-reporting portals.</a:t>
            </a:r>
            <a:endParaRPr sz="1400">
              <a:latin typeface="Arial"/>
              <a:ea typeface="Arial"/>
              <a:cs typeface="Arial"/>
              <a:sym typeface="Arial"/>
            </a:endParaRPr>
          </a:p>
          <a:p>
            <a:pPr indent="-317500" lvl="0" marL="457200" rtl="0" algn="just">
              <a:lnSpc>
                <a:spcPct val="115000"/>
              </a:lnSpc>
              <a:spcBef>
                <a:spcPts val="0"/>
              </a:spcBef>
              <a:spcAft>
                <a:spcPts val="0"/>
              </a:spcAft>
              <a:buSzPts val="1400"/>
              <a:buFont typeface="Arial"/>
              <a:buChar char="●"/>
            </a:pPr>
            <a:r>
              <a:rPr b="1" lang="en" sz="1400">
                <a:latin typeface="Arial"/>
                <a:ea typeface="Arial"/>
                <a:cs typeface="Arial"/>
                <a:sym typeface="Arial"/>
              </a:rPr>
              <a:t>Professional Training:</a:t>
            </a:r>
            <a:r>
              <a:rPr lang="en" sz="1400">
                <a:latin typeface="Arial"/>
                <a:ea typeface="Arial"/>
                <a:cs typeface="Arial"/>
                <a:sym typeface="Arial"/>
              </a:rPr>
              <a:t> Export HR/compliance dashboards to verify mandatory training completion. Deploy automated, randomized phishing simulations (e.g., via KnowBe4 or Proofpoint) to track click-to-report ratios, and query Security Operations Center (SOC) incident ticketing systems to confirm drops in actual credential-harvesting events.</a:t>
            </a:r>
            <a:endParaRPr sz="1400">
              <a:latin typeface="Arial"/>
              <a:ea typeface="Arial"/>
              <a:cs typeface="Arial"/>
              <a:sym typeface="Arial"/>
            </a:endParaRPr>
          </a:p>
          <a:p>
            <a:pPr indent="0" lvl="0" marL="457200" rtl="0" algn="just">
              <a:lnSpc>
                <a:spcPct val="115000"/>
              </a:lnSpc>
              <a:spcBef>
                <a:spcPts val="1200"/>
              </a:spcBef>
              <a:spcAft>
                <a:spcPts val="1200"/>
              </a:spcAft>
              <a:buNone/>
            </a:pPr>
            <a:r>
              <a:t/>
            </a:r>
            <a:endParaRPr b="1" sz="1600">
              <a:latin typeface="Arial"/>
              <a:ea typeface="Arial"/>
              <a:cs typeface="Arial"/>
              <a:sym typeface="Arial"/>
            </a:endParaRPr>
          </a:p>
        </p:txBody>
      </p:sp>
      <p:sp>
        <p:nvSpPr>
          <p:cNvPr id="458" name="Google Shape;458;p65"/>
          <p:cNvSpPr txBox="1"/>
          <p:nvPr/>
        </p:nvSpPr>
        <p:spPr>
          <a:xfrm>
            <a:off x="311700" y="223500"/>
            <a:ext cx="8520600" cy="6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b="1" lang="en" sz="3200">
                <a:solidFill>
                  <a:schemeClr val="dk2"/>
                </a:solidFill>
                <a:latin typeface="Nanum Myeongjo"/>
                <a:ea typeface="Nanum Myeongjo"/>
                <a:cs typeface="Nanum Myeongjo"/>
                <a:sym typeface="Nanum Myeongjo"/>
              </a:rPr>
              <a:t>Measuring Educational &amp; Behavioral Policies</a:t>
            </a:r>
            <a:endParaRPr b="1" sz="3200">
              <a:solidFill>
                <a:schemeClr val="lt1"/>
              </a:solidFill>
              <a:latin typeface="Oswald"/>
              <a:ea typeface="Oswald"/>
              <a:cs typeface="Oswald"/>
              <a:sym typeface="Oswald"/>
            </a:endParaRPr>
          </a:p>
          <a:p>
            <a:pPr indent="0" lvl="0" marL="0" rtl="0" algn="l">
              <a:spcBef>
                <a:spcPts val="0"/>
              </a:spcBef>
              <a:spcAft>
                <a:spcPts val="0"/>
              </a:spcAft>
              <a:buNone/>
            </a:pPr>
            <a:r>
              <a:t/>
            </a:r>
            <a:endParaRPr b="1" sz="3200">
              <a:solidFill>
                <a:schemeClr val="dk2"/>
              </a:solidFill>
              <a:latin typeface="Nanum Myeongjo"/>
              <a:ea typeface="Nanum Myeongjo"/>
              <a:cs typeface="Nanum Myeongjo"/>
              <a:sym typeface="Nanum Myeongj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62" name="Shape 462"/>
        <p:cNvGrpSpPr/>
        <p:nvPr/>
      </p:nvGrpSpPr>
      <p:grpSpPr>
        <a:xfrm>
          <a:off x="0" y="0"/>
          <a:ext cx="0" cy="0"/>
          <a:chOff x="0" y="0"/>
          <a:chExt cx="0" cy="0"/>
        </a:xfrm>
      </p:grpSpPr>
      <p:sp>
        <p:nvSpPr>
          <p:cNvPr id="463" name="Google Shape;463;p66"/>
          <p:cNvSpPr/>
          <p:nvPr/>
        </p:nvSpPr>
        <p:spPr>
          <a:xfrm>
            <a:off x="8596792" y="4601400"/>
            <a:ext cx="318600" cy="3186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464" name="Google Shape;464;p66"/>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pic>
        <p:nvPicPr>
          <p:cNvPr id="465" name="Google Shape;465;p66" title="images.png"/>
          <p:cNvPicPr preferRelativeResize="0"/>
          <p:nvPr>
            <p:ph idx="3" type="pic"/>
          </p:nvPr>
        </p:nvPicPr>
        <p:blipFill rotWithShape="1">
          <a:blip r:embed="rId3">
            <a:alphaModFix/>
          </a:blip>
          <a:srcRect b="0" l="1105" r="1095" t="0"/>
          <a:stretch/>
        </p:blipFill>
        <p:spPr>
          <a:xfrm>
            <a:off x="8596800" y="223475"/>
            <a:ext cx="318600" cy="318600"/>
          </a:xfrm>
          <a:prstGeom prst="ellipse">
            <a:avLst/>
          </a:prstGeom>
        </p:spPr>
      </p:pic>
      <p:sp>
        <p:nvSpPr>
          <p:cNvPr id="466" name="Google Shape;466;p66"/>
          <p:cNvSpPr txBox="1"/>
          <p:nvPr>
            <p:ph idx="2" type="subTitle"/>
          </p:nvPr>
        </p:nvSpPr>
        <p:spPr>
          <a:xfrm>
            <a:off x="228600" y="788100"/>
            <a:ext cx="8368200" cy="4033500"/>
          </a:xfrm>
          <a:prstGeom prst="rect">
            <a:avLst/>
          </a:prstGeom>
        </p:spPr>
        <p:txBody>
          <a:bodyPr anchorCtr="0" anchor="t" bIns="91425" lIns="91425" spcFirstLastPara="1" rIns="91425" wrap="square" tIns="91425">
            <a:noAutofit/>
          </a:bodyPr>
          <a:lstStyle/>
          <a:p>
            <a:pPr indent="-317500" lvl="0" marL="457200" rtl="0" algn="just">
              <a:lnSpc>
                <a:spcPct val="115000"/>
              </a:lnSpc>
              <a:spcBef>
                <a:spcPts val="0"/>
              </a:spcBef>
              <a:spcAft>
                <a:spcPts val="0"/>
              </a:spcAft>
              <a:buSzPts val="1400"/>
              <a:buFont typeface="Arial"/>
              <a:buChar char="●"/>
            </a:pPr>
            <a:r>
              <a:rPr b="1" lang="en" sz="1400">
                <a:latin typeface="Arial"/>
                <a:ea typeface="Arial"/>
                <a:cs typeface="Arial"/>
                <a:sym typeface="Arial"/>
              </a:rPr>
              <a:t>Telecom-Level Threat Filtering:</a:t>
            </a:r>
            <a:r>
              <a:rPr lang="en" sz="1400">
                <a:latin typeface="Arial"/>
                <a:ea typeface="Arial"/>
                <a:cs typeface="Arial"/>
                <a:sym typeface="Arial"/>
              </a:rPr>
              <a:t> Extract logs directly from Mobile Network Operator (MNO), SMS firewalls and Deep Packet Inspection (DPI) systems to quantify blocked threats. Deploy a network of "honeypot" mobile numbers to empirically measure phishing SMS bypass rates, and track SOC ticket resolution to calculate false positives.</a:t>
            </a:r>
            <a:endParaRPr sz="1400">
              <a:latin typeface="Arial"/>
              <a:ea typeface="Arial"/>
              <a:cs typeface="Arial"/>
              <a:sym typeface="Arial"/>
            </a:endParaRPr>
          </a:p>
          <a:p>
            <a:pPr indent="-317500" lvl="0" marL="457200" rtl="0" algn="just">
              <a:lnSpc>
                <a:spcPct val="115000"/>
              </a:lnSpc>
              <a:spcBef>
                <a:spcPts val="0"/>
              </a:spcBef>
              <a:spcAft>
                <a:spcPts val="0"/>
              </a:spcAft>
              <a:buSzPts val="1400"/>
              <a:buFont typeface="Arial"/>
              <a:buChar char="●"/>
            </a:pPr>
            <a:r>
              <a:rPr b="1" lang="en" sz="1400">
                <a:latin typeface="Arial"/>
                <a:ea typeface="Arial"/>
                <a:cs typeface="Arial"/>
                <a:sym typeface="Arial"/>
              </a:rPr>
              <a:t>Mandatory MFA &amp; API Standards:</a:t>
            </a:r>
            <a:r>
              <a:rPr lang="en" sz="1400">
                <a:latin typeface="Arial"/>
                <a:ea typeface="Arial"/>
                <a:cs typeface="Arial"/>
                <a:sym typeface="Arial"/>
              </a:rPr>
              <a:t> Query centralized financial regulatory systems and banking Identity Providers (IdPs) to pull hard numbers on default MFA enforcement. Run automated API vulnerability scanners against institution endpoints to verify secure standards, and cross-reference with central bank fraud-loss databases to track account takeovers.</a:t>
            </a:r>
            <a:endParaRPr sz="1400">
              <a:latin typeface="Arial"/>
              <a:ea typeface="Arial"/>
              <a:cs typeface="Arial"/>
              <a:sym typeface="Arial"/>
            </a:endParaRPr>
          </a:p>
          <a:p>
            <a:pPr indent="-317500" lvl="0" marL="457200" rtl="0" algn="just">
              <a:lnSpc>
                <a:spcPct val="115000"/>
              </a:lnSpc>
              <a:spcBef>
                <a:spcPts val="0"/>
              </a:spcBef>
              <a:spcAft>
                <a:spcPts val="0"/>
              </a:spcAft>
              <a:buSzPts val="1400"/>
              <a:buFont typeface="Arial"/>
              <a:buChar char="●"/>
            </a:pPr>
            <a:r>
              <a:rPr b="1" lang="en" sz="1400">
                <a:latin typeface="Arial"/>
                <a:ea typeface="Arial"/>
                <a:cs typeface="Arial"/>
                <a:sym typeface="Arial"/>
              </a:rPr>
              <a:t>Data Localization &amp; Encryption:</a:t>
            </a:r>
            <a:r>
              <a:rPr lang="en" sz="1400">
                <a:latin typeface="Arial"/>
                <a:ea typeface="Arial"/>
                <a:cs typeface="Arial"/>
                <a:sym typeface="Arial"/>
              </a:rPr>
              <a:t> Deploy Cloud Security Posture Management (CSPM) tools to automatically audit encryption-at-rest configurations across state and federal databases. Use network flow analysis and IP geolocation scripts to verify data residency, and aggregate centralized logs from certified third-party compliance audits.</a:t>
            </a:r>
            <a:endParaRPr sz="1400">
              <a:latin typeface="Arial"/>
              <a:ea typeface="Arial"/>
              <a:cs typeface="Arial"/>
              <a:sym typeface="Arial"/>
            </a:endParaRPr>
          </a:p>
          <a:p>
            <a:pPr indent="-317500" lvl="0" marL="457200" rtl="0" algn="just">
              <a:lnSpc>
                <a:spcPct val="115000"/>
              </a:lnSpc>
              <a:spcBef>
                <a:spcPts val="0"/>
              </a:spcBef>
              <a:spcAft>
                <a:spcPts val="0"/>
              </a:spcAft>
              <a:buSzPts val="1400"/>
              <a:buFont typeface="Arial"/>
              <a:buChar char="●"/>
            </a:pPr>
            <a:r>
              <a:rPr b="1" lang="en" sz="1400">
                <a:latin typeface="Arial"/>
                <a:ea typeface="Arial"/>
                <a:cs typeface="Arial"/>
                <a:sym typeface="Arial"/>
              </a:rPr>
              <a:t>Automated Threat Cleaning:</a:t>
            </a:r>
            <a:r>
              <a:rPr lang="en" sz="1400">
                <a:latin typeface="Arial"/>
                <a:ea typeface="Arial"/>
                <a:cs typeface="Arial"/>
                <a:sym typeface="Arial"/>
              </a:rPr>
              <a:t> Aggregate installation and scan telemetry via APIs from state-provided endpoint cleaning tools. Monitor national DNS sinkhole logs to track reductions in local IP addresses reaching out to known botnet command-and-control (C2) servers over a 6- to 12-month period.</a:t>
            </a:r>
            <a:endParaRPr sz="1400">
              <a:latin typeface="Arial"/>
              <a:ea typeface="Arial"/>
              <a:cs typeface="Arial"/>
              <a:sym typeface="Arial"/>
            </a:endParaRPr>
          </a:p>
        </p:txBody>
      </p:sp>
      <p:sp>
        <p:nvSpPr>
          <p:cNvPr id="467" name="Google Shape;467;p66"/>
          <p:cNvSpPr txBox="1"/>
          <p:nvPr/>
        </p:nvSpPr>
        <p:spPr>
          <a:xfrm>
            <a:off x="311700" y="223500"/>
            <a:ext cx="8520600" cy="6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chemeClr val="dk2"/>
                </a:solidFill>
                <a:latin typeface="Nanum Myeongjo"/>
                <a:ea typeface="Nanum Myeongjo"/>
                <a:cs typeface="Nanum Myeongjo"/>
                <a:sym typeface="Nanum Myeongjo"/>
              </a:rPr>
              <a:t>Measuring </a:t>
            </a:r>
            <a:r>
              <a:rPr b="1" lang="en" sz="3200">
                <a:solidFill>
                  <a:schemeClr val="dk2"/>
                </a:solidFill>
                <a:latin typeface="Nanum Myeongjo"/>
                <a:ea typeface="Nanum Myeongjo"/>
                <a:cs typeface="Nanum Myeongjo"/>
                <a:sym typeface="Nanum Myeongjo"/>
              </a:rPr>
              <a:t>Infrastructure Regulations</a:t>
            </a:r>
            <a:endParaRPr b="1" sz="3200">
              <a:solidFill>
                <a:srgbClr val="FFFFFF"/>
              </a:solidFill>
              <a:latin typeface="Oswald"/>
              <a:ea typeface="Oswald"/>
              <a:cs typeface="Oswald"/>
              <a:sym typeface="Oswa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71" name="Shape 471"/>
        <p:cNvGrpSpPr/>
        <p:nvPr/>
      </p:nvGrpSpPr>
      <p:grpSpPr>
        <a:xfrm>
          <a:off x="0" y="0"/>
          <a:ext cx="0" cy="0"/>
          <a:chOff x="0" y="0"/>
          <a:chExt cx="0" cy="0"/>
        </a:xfrm>
      </p:grpSpPr>
      <p:sp>
        <p:nvSpPr>
          <p:cNvPr id="472" name="Google Shape;472;p67"/>
          <p:cNvSpPr/>
          <p:nvPr/>
        </p:nvSpPr>
        <p:spPr>
          <a:xfrm>
            <a:off x="8596792" y="4601400"/>
            <a:ext cx="318600" cy="3186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473" name="Google Shape;473;p67"/>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pic>
        <p:nvPicPr>
          <p:cNvPr id="474" name="Google Shape;474;p67" title="images.png"/>
          <p:cNvPicPr preferRelativeResize="0"/>
          <p:nvPr>
            <p:ph idx="3" type="pic"/>
          </p:nvPr>
        </p:nvPicPr>
        <p:blipFill rotWithShape="1">
          <a:blip r:embed="rId3">
            <a:alphaModFix/>
          </a:blip>
          <a:srcRect b="0" l="1105" r="1095" t="0"/>
          <a:stretch/>
        </p:blipFill>
        <p:spPr>
          <a:xfrm>
            <a:off x="8596800" y="223475"/>
            <a:ext cx="318600" cy="318600"/>
          </a:xfrm>
          <a:prstGeom prst="ellipse">
            <a:avLst/>
          </a:prstGeom>
        </p:spPr>
      </p:pic>
      <p:sp>
        <p:nvSpPr>
          <p:cNvPr id="475" name="Google Shape;475;p67"/>
          <p:cNvSpPr txBox="1"/>
          <p:nvPr/>
        </p:nvSpPr>
        <p:spPr>
          <a:xfrm>
            <a:off x="254425" y="223500"/>
            <a:ext cx="8520600" cy="6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chemeClr val="dk2"/>
                </a:solidFill>
                <a:latin typeface="Nanum Myeongjo"/>
                <a:ea typeface="Nanum Myeongjo"/>
                <a:cs typeface="Nanum Myeongjo"/>
                <a:sym typeface="Nanum Myeongjo"/>
              </a:rPr>
              <a:t>Measuring </a:t>
            </a:r>
            <a:r>
              <a:rPr b="1" lang="en" sz="3200">
                <a:solidFill>
                  <a:schemeClr val="dk2"/>
                </a:solidFill>
                <a:latin typeface="Nanum Myeongjo"/>
                <a:ea typeface="Nanum Myeongjo"/>
                <a:cs typeface="Nanum Myeongjo"/>
                <a:sym typeface="Nanum Myeongjo"/>
              </a:rPr>
              <a:t>Modern Standards </a:t>
            </a:r>
            <a:endParaRPr b="1" sz="3200">
              <a:solidFill>
                <a:schemeClr val="dk2"/>
              </a:solidFill>
              <a:latin typeface="Nanum Myeongjo"/>
              <a:ea typeface="Nanum Myeongjo"/>
              <a:cs typeface="Nanum Myeongjo"/>
              <a:sym typeface="Nanum Myeongjo"/>
            </a:endParaRPr>
          </a:p>
          <a:p>
            <a:pPr indent="0" lvl="0" marL="0" rtl="0" algn="l">
              <a:spcBef>
                <a:spcPts val="0"/>
              </a:spcBef>
              <a:spcAft>
                <a:spcPts val="0"/>
              </a:spcAft>
              <a:buNone/>
            </a:pPr>
            <a:r>
              <a:rPr b="1" lang="en" sz="3200">
                <a:solidFill>
                  <a:schemeClr val="dk2"/>
                </a:solidFill>
                <a:latin typeface="Nanum Myeongjo"/>
                <a:ea typeface="Nanum Myeongjo"/>
                <a:cs typeface="Nanum Myeongjo"/>
                <a:sym typeface="Nanum Myeongjo"/>
              </a:rPr>
              <a:t>&amp; Incentive Policies</a:t>
            </a:r>
            <a:endParaRPr b="1" sz="3200">
              <a:solidFill>
                <a:schemeClr val="lt1"/>
              </a:solidFill>
              <a:latin typeface="Oswald"/>
              <a:ea typeface="Oswald"/>
              <a:cs typeface="Oswald"/>
              <a:sym typeface="Oswald"/>
            </a:endParaRPr>
          </a:p>
          <a:p>
            <a:pPr indent="0" lvl="0" marL="0" rtl="0" algn="l">
              <a:spcBef>
                <a:spcPts val="0"/>
              </a:spcBef>
              <a:spcAft>
                <a:spcPts val="0"/>
              </a:spcAft>
              <a:buNone/>
            </a:pPr>
            <a:r>
              <a:t/>
            </a:r>
            <a:endParaRPr b="1" sz="3200">
              <a:solidFill>
                <a:schemeClr val="dk2"/>
              </a:solidFill>
              <a:latin typeface="Nanum Myeongjo"/>
              <a:ea typeface="Nanum Myeongjo"/>
              <a:cs typeface="Nanum Myeongjo"/>
              <a:sym typeface="Nanum Myeongjo"/>
            </a:endParaRPr>
          </a:p>
        </p:txBody>
      </p:sp>
      <p:sp>
        <p:nvSpPr>
          <p:cNvPr id="476" name="Google Shape;476;p67"/>
          <p:cNvSpPr txBox="1"/>
          <p:nvPr>
            <p:ph idx="2" type="subTitle"/>
          </p:nvPr>
        </p:nvSpPr>
        <p:spPr>
          <a:xfrm>
            <a:off x="254425" y="1300500"/>
            <a:ext cx="8368200" cy="3619500"/>
          </a:xfrm>
          <a:prstGeom prst="rect">
            <a:avLst/>
          </a:prstGeom>
        </p:spPr>
        <p:txBody>
          <a:bodyPr anchorCtr="0" anchor="t" bIns="91425" lIns="91425" spcFirstLastPara="1" rIns="91425" wrap="square" tIns="91425">
            <a:noAutofit/>
          </a:bodyPr>
          <a:lstStyle/>
          <a:p>
            <a:pPr indent="-317500" lvl="0" marL="457200" rtl="0" algn="just">
              <a:lnSpc>
                <a:spcPct val="115000"/>
              </a:lnSpc>
              <a:spcBef>
                <a:spcPts val="1200"/>
              </a:spcBef>
              <a:spcAft>
                <a:spcPts val="0"/>
              </a:spcAft>
              <a:buSzPts val="1400"/>
              <a:buFont typeface="Arial"/>
              <a:buChar char="●"/>
            </a:pPr>
            <a:r>
              <a:rPr b="1" lang="en" sz="1400">
                <a:latin typeface="Arial"/>
                <a:ea typeface="Arial"/>
                <a:cs typeface="Arial"/>
                <a:sym typeface="Arial"/>
              </a:rPr>
              <a:t>Subsidized Security Tools:</a:t>
            </a:r>
            <a:r>
              <a:rPr lang="en" sz="1400">
                <a:latin typeface="Arial"/>
                <a:ea typeface="Arial"/>
                <a:cs typeface="Arial"/>
                <a:sym typeface="Arial"/>
              </a:rPr>
              <a:t> Integrate vendor APIs to automatically track activation codes and aggregated Monthly Active User (MAU) telemetry. Track 3-6 month retention via the government subsidy portal's renewal data, and deploy targeted citizen surveys to assess historical vs. post-adoption account compromise rates.</a:t>
            </a:r>
            <a:endParaRPr sz="1400">
              <a:latin typeface="Arial"/>
              <a:ea typeface="Arial"/>
              <a:cs typeface="Arial"/>
              <a:sym typeface="Arial"/>
            </a:endParaRPr>
          </a:p>
          <a:p>
            <a:pPr indent="-317500" lvl="0" marL="457200" rtl="0" algn="just">
              <a:lnSpc>
                <a:spcPct val="115000"/>
              </a:lnSpc>
              <a:spcBef>
                <a:spcPts val="0"/>
              </a:spcBef>
              <a:spcAft>
                <a:spcPts val="0"/>
              </a:spcAft>
              <a:buSzPts val="1400"/>
              <a:buFont typeface="Arial"/>
              <a:buChar char="●"/>
            </a:pPr>
            <a:r>
              <a:rPr b="1" lang="en" sz="1400">
                <a:latin typeface="Arial"/>
                <a:ea typeface="Arial"/>
                <a:cs typeface="Arial"/>
                <a:sym typeface="Arial"/>
              </a:rPr>
              <a:t>Bug Bounties &amp; Safe Harbor:</a:t>
            </a:r>
            <a:r>
              <a:rPr lang="en" sz="1400">
                <a:latin typeface="Arial"/>
                <a:ea typeface="Arial"/>
                <a:cs typeface="Arial"/>
                <a:sym typeface="Arial"/>
              </a:rPr>
              <a:t> Implement a centralized Vulnerability Disclosure Platform (VDP) to automatically log report volume, time-to-triage, and remediation SLAs. Audit agency asset inventories to confirm VDP scope coverage, and compare platform metrics against historical incident response logs.</a:t>
            </a:r>
            <a:endParaRPr sz="1400">
              <a:latin typeface="Arial"/>
              <a:ea typeface="Arial"/>
              <a:cs typeface="Arial"/>
              <a:sym typeface="Arial"/>
            </a:endParaRPr>
          </a:p>
          <a:p>
            <a:pPr indent="-317500" lvl="0" marL="457200" rtl="0" algn="just">
              <a:lnSpc>
                <a:spcPct val="115000"/>
              </a:lnSpc>
              <a:spcBef>
                <a:spcPts val="0"/>
              </a:spcBef>
              <a:spcAft>
                <a:spcPts val="0"/>
              </a:spcAft>
              <a:buSzPts val="1400"/>
              <a:buFont typeface="Arial"/>
              <a:buChar char="●"/>
            </a:pPr>
            <a:r>
              <a:rPr b="1" lang="en" sz="1400">
                <a:latin typeface="Arial"/>
                <a:ea typeface="Arial"/>
                <a:cs typeface="Arial"/>
                <a:sym typeface="Arial"/>
              </a:rPr>
              <a:t>Adopt NIST Guidelines:</a:t>
            </a:r>
            <a:r>
              <a:rPr lang="en" sz="1400">
                <a:latin typeface="Arial"/>
                <a:ea typeface="Arial"/>
                <a:cs typeface="Arial"/>
                <a:sym typeface="Arial"/>
              </a:rPr>
              <a:t> Execute automated Active Directory and IAM policy audits to verify the removal of mandatory rotation and complexity rules. Query helpdesk ticketing systems (e.g., ServiceNow, Jira) to quantify drops in reset requests, and analyze SSO/SIEM logs to monitor login success vs. lockout events. Use password managers like 1Password.</a:t>
            </a:r>
            <a:endParaRPr b="1" sz="14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80" name="Shape 480"/>
        <p:cNvGrpSpPr/>
        <p:nvPr/>
      </p:nvGrpSpPr>
      <p:grpSpPr>
        <a:xfrm>
          <a:off x="0" y="0"/>
          <a:ext cx="0" cy="0"/>
          <a:chOff x="0" y="0"/>
          <a:chExt cx="0" cy="0"/>
        </a:xfrm>
      </p:grpSpPr>
      <p:sp>
        <p:nvSpPr>
          <p:cNvPr id="481" name="Google Shape;481;p68"/>
          <p:cNvSpPr/>
          <p:nvPr/>
        </p:nvSpPr>
        <p:spPr>
          <a:xfrm>
            <a:off x="8596792" y="4601400"/>
            <a:ext cx="318600" cy="3186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482" name="Google Shape;482;p68"/>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pic>
        <p:nvPicPr>
          <p:cNvPr id="483" name="Google Shape;483;p68" title="images.png"/>
          <p:cNvPicPr preferRelativeResize="0"/>
          <p:nvPr>
            <p:ph idx="3" type="pic"/>
          </p:nvPr>
        </p:nvPicPr>
        <p:blipFill rotWithShape="1">
          <a:blip r:embed="rId3">
            <a:alphaModFix/>
          </a:blip>
          <a:srcRect b="0" l="1105" r="1095" t="0"/>
          <a:stretch/>
        </p:blipFill>
        <p:spPr>
          <a:xfrm>
            <a:off x="8596800" y="223475"/>
            <a:ext cx="318600" cy="318600"/>
          </a:xfrm>
          <a:prstGeom prst="ellipse">
            <a:avLst/>
          </a:prstGeom>
        </p:spPr>
      </p:pic>
      <p:sp>
        <p:nvSpPr>
          <p:cNvPr id="484" name="Google Shape;484;p68"/>
          <p:cNvSpPr txBox="1"/>
          <p:nvPr/>
        </p:nvSpPr>
        <p:spPr>
          <a:xfrm>
            <a:off x="254425" y="223500"/>
            <a:ext cx="8520600" cy="6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b="1" lang="en" sz="3200">
                <a:solidFill>
                  <a:schemeClr val="dk2"/>
                </a:solidFill>
                <a:latin typeface="Nanum Myeongjo"/>
                <a:ea typeface="Nanum Myeongjo"/>
                <a:cs typeface="Nanum Myeongjo"/>
                <a:sym typeface="Nanum Myeongjo"/>
              </a:rPr>
              <a:t>Measuring Incident Reporting </a:t>
            </a:r>
            <a:endParaRPr b="1" sz="3200">
              <a:solidFill>
                <a:schemeClr val="dk2"/>
              </a:solidFill>
              <a:latin typeface="Nanum Myeongjo"/>
              <a:ea typeface="Nanum Myeongjo"/>
              <a:cs typeface="Nanum Myeongjo"/>
              <a:sym typeface="Nanum Myeongjo"/>
            </a:endParaRPr>
          </a:p>
          <a:p>
            <a:pPr indent="0" lvl="0" marL="0" rtl="0" algn="l">
              <a:spcBef>
                <a:spcPts val="0"/>
              </a:spcBef>
              <a:spcAft>
                <a:spcPts val="0"/>
              </a:spcAft>
              <a:buClr>
                <a:schemeClr val="dk2"/>
              </a:buClr>
              <a:buSzPts val="1100"/>
              <a:buFont typeface="Arial"/>
              <a:buNone/>
            </a:pPr>
            <a:r>
              <a:rPr b="1" lang="en" sz="3200">
                <a:solidFill>
                  <a:schemeClr val="dk2"/>
                </a:solidFill>
                <a:latin typeface="Nanum Myeongjo"/>
                <a:ea typeface="Nanum Myeongjo"/>
                <a:cs typeface="Nanum Myeongjo"/>
                <a:sym typeface="Nanum Myeongjo"/>
              </a:rPr>
              <a:t>&amp; Cybercrime Data</a:t>
            </a:r>
            <a:endParaRPr b="1" sz="3200">
              <a:solidFill>
                <a:srgbClr val="FFFFFF"/>
              </a:solidFill>
              <a:latin typeface="Oswald"/>
              <a:ea typeface="Oswald"/>
              <a:cs typeface="Oswald"/>
              <a:sym typeface="Oswald"/>
            </a:endParaRPr>
          </a:p>
        </p:txBody>
      </p:sp>
      <p:sp>
        <p:nvSpPr>
          <p:cNvPr id="485" name="Google Shape;485;p68"/>
          <p:cNvSpPr txBox="1"/>
          <p:nvPr>
            <p:ph idx="2" type="subTitle"/>
          </p:nvPr>
        </p:nvSpPr>
        <p:spPr>
          <a:xfrm>
            <a:off x="228600" y="1431900"/>
            <a:ext cx="8686800" cy="3000600"/>
          </a:xfrm>
          <a:prstGeom prst="rect">
            <a:avLst/>
          </a:prstGeom>
        </p:spPr>
        <p:txBody>
          <a:bodyPr anchorCtr="0" anchor="t" bIns="91425" lIns="91425" spcFirstLastPara="1" rIns="91425" wrap="square" tIns="91425">
            <a:noAutofit/>
          </a:bodyPr>
          <a:lstStyle/>
          <a:p>
            <a:pPr indent="-317500" lvl="0" marL="457200" rtl="0" algn="just">
              <a:lnSpc>
                <a:spcPct val="115000"/>
              </a:lnSpc>
              <a:spcBef>
                <a:spcPts val="0"/>
              </a:spcBef>
              <a:spcAft>
                <a:spcPts val="0"/>
              </a:spcAft>
              <a:buSzPts val="1400"/>
              <a:buFont typeface="Arial"/>
              <a:buChar char="●"/>
            </a:pPr>
            <a:r>
              <a:rPr b="1" lang="en" sz="1400">
                <a:latin typeface="Arial"/>
                <a:ea typeface="Arial"/>
                <a:cs typeface="Arial"/>
                <a:sym typeface="Arial"/>
              </a:rPr>
              <a:t>The Attempt vs. Success Ratio:</a:t>
            </a:r>
            <a:r>
              <a:rPr lang="en" sz="1400">
                <a:latin typeface="Arial"/>
                <a:ea typeface="Arial"/>
                <a:cs typeface="Arial"/>
                <a:sym typeface="Arial"/>
              </a:rPr>
              <a:t> Use data from the National Cyber Crime Reporting Portal (NCRP). If the number of reported phishing attempts goes up, but the total financial loss from successful fraud goes down, it proves citizens are recognizing the bait but not falling for it.</a:t>
            </a:r>
            <a:endParaRPr sz="1400">
              <a:latin typeface="Arial"/>
              <a:ea typeface="Arial"/>
              <a:cs typeface="Arial"/>
              <a:sym typeface="Arial"/>
            </a:endParaRPr>
          </a:p>
          <a:p>
            <a:pPr indent="-317500" lvl="0" marL="457200" rtl="0" algn="just">
              <a:lnSpc>
                <a:spcPct val="115000"/>
              </a:lnSpc>
              <a:spcBef>
                <a:spcPts val="1000"/>
              </a:spcBef>
              <a:spcAft>
                <a:spcPts val="0"/>
              </a:spcAft>
              <a:buSzPts val="1400"/>
              <a:buFont typeface="Arial"/>
              <a:buChar char="●"/>
            </a:pPr>
            <a:r>
              <a:rPr b="1" lang="en" sz="1400">
                <a:latin typeface="Arial"/>
                <a:ea typeface="Arial"/>
                <a:cs typeface="Arial"/>
                <a:sym typeface="Arial"/>
              </a:rPr>
              <a:t>Time-to-Report (TTR):</a:t>
            </a:r>
            <a:r>
              <a:rPr lang="en" sz="1400">
                <a:latin typeface="Arial"/>
                <a:ea typeface="Arial"/>
                <a:cs typeface="Arial"/>
                <a:sym typeface="Arial"/>
              </a:rPr>
              <a:t> Measure the average time between a citizen realizing their account is compromised and them officially reporting it. A decreasing TTR indicates that citizens know exactly what to do when a breach occurs.</a:t>
            </a:r>
            <a:endParaRPr sz="1400">
              <a:latin typeface="Arial"/>
              <a:ea typeface="Arial"/>
              <a:cs typeface="Arial"/>
              <a:sym typeface="Arial"/>
            </a:endParaRPr>
          </a:p>
          <a:p>
            <a:pPr indent="-317500" lvl="0" marL="457200" rtl="0" algn="just">
              <a:lnSpc>
                <a:spcPct val="115000"/>
              </a:lnSpc>
              <a:spcBef>
                <a:spcPts val="1000"/>
              </a:spcBef>
              <a:spcAft>
                <a:spcPts val="0"/>
              </a:spcAft>
              <a:buSzPts val="1400"/>
              <a:buFont typeface="Arial"/>
              <a:buChar char="●"/>
            </a:pPr>
            <a:r>
              <a:rPr b="1" lang="en" sz="1400">
                <a:latin typeface="Arial"/>
                <a:ea typeface="Arial"/>
                <a:cs typeface="Arial"/>
                <a:sym typeface="Arial"/>
              </a:rPr>
              <a:t>Quarterly Public Dashboard:</a:t>
            </a:r>
            <a:r>
              <a:rPr lang="en" sz="1400">
                <a:latin typeface="Arial"/>
                <a:ea typeface="Arial"/>
                <a:cs typeface="Arial"/>
                <a:sym typeface="Arial"/>
              </a:rPr>
              <a:t> Track reporting volume, blocking rate, loss prevented, training completion, and citizen awareness.</a:t>
            </a:r>
            <a:endParaRPr sz="1400">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69"/>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491" name="Google Shape;491;p69"/>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492" name="Google Shape;492;p69"/>
          <p:cNvSpPr txBox="1"/>
          <p:nvPr>
            <p:ph idx="4294967295" type="subTitle"/>
          </p:nvPr>
        </p:nvSpPr>
        <p:spPr>
          <a:xfrm>
            <a:off x="966811" y="321575"/>
            <a:ext cx="230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PART 3</a:t>
            </a:r>
            <a:endParaRPr sz="2000"/>
          </a:p>
        </p:txBody>
      </p:sp>
      <p:sp>
        <p:nvSpPr>
          <p:cNvPr id="493" name="Google Shape;493;p69"/>
          <p:cNvSpPr txBox="1"/>
          <p:nvPr>
            <p:ph type="title"/>
          </p:nvPr>
        </p:nvSpPr>
        <p:spPr>
          <a:xfrm>
            <a:off x="884900" y="1024150"/>
            <a:ext cx="6257100" cy="34617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6000"/>
              <a:t>Challenges implementing  these </a:t>
            </a:r>
            <a:r>
              <a:rPr b="1" lang="en" sz="6000"/>
              <a:t>Policies</a:t>
            </a:r>
            <a:endParaRPr b="1" sz="6000"/>
          </a:p>
          <a:p>
            <a:pPr indent="0" lvl="0" marL="0" rtl="0" algn="l">
              <a:lnSpc>
                <a:spcPct val="90000"/>
              </a:lnSpc>
              <a:spcBef>
                <a:spcPts val="0"/>
              </a:spcBef>
              <a:spcAft>
                <a:spcPts val="0"/>
              </a:spcAft>
              <a:buNone/>
            </a:pPr>
            <a:r>
              <a:rPr lang="en" sz="6000"/>
              <a:t>(Indian Context)</a:t>
            </a:r>
            <a:endParaRPr sz="6000"/>
          </a:p>
        </p:txBody>
      </p:sp>
      <p:pic>
        <p:nvPicPr>
          <p:cNvPr id="494" name="Google Shape;494;p69" title="images.png"/>
          <p:cNvPicPr preferRelativeResize="0"/>
          <p:nvPr>
            <p:ph idx="2" type="pic"/>
          </p:nvPr>
        </p:nvPicPr>
        <p:blipFill rotWithShape="1">
          <a:blip r:embed="rId3">
            <a:alphaModFix/>
          </a:blip>
          <a:srcRect b="0" l="1105" r="1095" t="0"/>
          <a:stretch/>
        </p:blipFill>
        <p:spPr>
          <a:xfrm>
            <a:off x="8596800" y="223475"/>
            <a:ext cx="318600" cy="318600"/>
          </a:xfrm>
          <a:prstGeom prst="ellipse">
            <a:avLst/>
          </a:prstGeom>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70"/>
          <p:cNvSpPr/>
          <p:nvPr/>
        </p:nvSpPr>
        <p:spPr>
          <a:xfrm>
            <a:off x="8596792" y="4601400"/>
            <a:ext cx="318600" cy="3186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500" name="Google Shape;500;p70"/>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pic>
        <p:nvPicPr>
          <p:cNvPr id="501" name="Google Shape;501;p70" title="images.png"/>
          <p:cNvPicPr preferRelativeResize="0"/>
          <p:nvPr>
            <p:ph idx="3" type="pic"/>
          </p:nvPr>
        </p:nvPicPr>
        <p:blipFill rotWithShape="1">
          <a:blip r:embed="rId3">
            <a:alphaModFix/>
          </a:blip>
          <a:srcRect b="0" l="1105" r="1095" t="0"/>
          <a:stretch/>
        </p:blipFill>
        <p:spPr>
          <a:xfrm>
            <a:off x="8596800" y="223475"/>
            <a:ext cx="318600" cy="318600"/>
          </a:xfrm>
          <a:prstGeom prst="ellipse">
            <a:avLst/>
          </a:prstGeom>
        </p:spPr>
      </p:pic>
      <p:sp>
        <p:nvSpPr>
          <p:cNvPr id="502" name="Google Shape;502;p70"/>
          <p:cNvSpPr txBox="1"/>
          <p:nvPr/>
        </p:nvSpPr>
        <p:spPr>
          <a:xfrm>
            <a:off x="254425" y="223500"/>
            <a:ext cx="8520600" cy="6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b="1" lang="en" sz="3100">
                <a:solidFill>
                  <a:schemeClr val="dk2"/>
                </a:solidFill>
                <a:latin typeface="Nanum Myeongjo"/>
                <a:ea typeface="Nanum Myeongjo"/>
                <a:cs typeface="Nanum Myeongjo"/>
                <a:sym typeface="Nanum Myeongjo"/>
              </a:rPr>
              <a:t>Social &amp; Behavioral Challenges in India</a:t>
            </a:r>
            <a:endParaRPr b="1" sz="2500">
              <a:solidFill>
                <a:srgbClr val="FFFFFF"/>
              </a:solidFill>
              <a:latin typeface="Oswald"/>
              <a:ea typeface="Oswald"/>
              <a:cs typeface="Oswald"/>
              <a:sym typeface="Oswald"/>
            </a:endParaRPr>
          </a:p>
        </p:txBody>
      </p:sp>
      <p:sp>
        <p:nvSpPr>
          <p:cNvPr id="503" name="Google Shape;503;p70"/>
          <p:cNvSpPr txBox="1"/>
          <p:nvPr>
            <p:ph idx="2" type="subTitle"/>
          </p:nvPr>
        </p:nvSpPr>
        <p:spPr>
          <a:xfrm>
            <a:off x="228600" y="965475"/>
            <a:ext cx="8686800" cy="36789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Arial"/>
              <a:buChar char="●"/>
            </a:pPr>
            <a:r>
              <a:rPr b="1" lang="en" sz="1600">
                <a:latin typeface="Arial"/>
                <a:ea typeface="Arial"/>
                <a:cs typeface="Arial"/>
                <a:sym typeface="Arial"/>
              </a:rPr>
              <a:t>Digital Literacy Gap: </a:t>
            </a:r>
            <a:r>
              <a:rPr lang="en" sz="1600">
                <a:latin typeface="Arial"/>
                <a:ea typeface="Arial"/>
                <a:cs typeface="Arial"/>
                <a:sym typeface="Arial"/>
              </a:rPr>
              <a:t>A large section of citizens still lack basic cyber-hygiene knowledge, especially first-time internet users, elderly users, and rural populations.</a:t>
            </a:r>
            <a:endParaRPr sz="1600">
              <a:latin typeface="Arial"/>
              <a:ea typeface="Arial"/>
              <a:cs typeface="Arial"/>
              <a:sym typeface="Arial"/>
            </a:endParaRPr>
          </a:p>
          <a:p>
            <a:pPr indent="-330200" lvl="0" marL="457200" rtl="0" algn="l">
              <a:lnSpc>
                <a:spcPct val="115000"/>
              </a:lnSpc>
              <a:spcBef>
                <a:spcPts val="1000"/>
              </a:spcBef>
              <a:spcAft>
                <a:spcPts val="0"/>
              </a:spcAft>
              <a:buSzPts val="1600"/>
              <a:buFont typeface="Arial"/>
              <a:buChar char="●"/>
            </a:pPr>
            <a:r>
              <a:rPr b="1" lang="en" sz="1600">
                <a:latin typeface="Arial"/>
                <a:ea typeface="Arial"/>
                <a:cs typeface="Arial"/>
                <a:sym typeface="Arial"/>
              </a:rPr>
              <a:t>Linguistic Diversity: </a:t>
            </a:r>
            <a:r>
              <a:rPr lang="en" sz="1600">
                <a:latin typeface="Arial"/>
                <a:ea typeface="Arial"/>
                <a:cs typeface="Arial"/>
                <a:sym typeface="Arial"/>
              </a:rPr>
              <a:t>Awareness campaigns and reporting systems must work across 22 Indian languages and many local dialects, otherwise reach will remain limited.</a:t>
            </a:r>
            <a:endParaRPr sz="1600">
              <a:latin typeface="Arial"/>
              <a:ea typeface="Arial"/>
              <a:cs typeface="Arial"/>
              <a:sym typeface="Arial"/>
            </a:endParaRPr>
          </a:p>
          <a:p>
            <a:pPr indent="-330200" lvl="0" marL="457200" rtl="0" algn="l">
              <a:lnSpc>
                <a:spcPct val="115000"/>
              </a:lnSpc>
              <a:spcBef>
                <a:spcPts val="1000"/>
              </a:spcBef>
              <a:spcAft>
                <a:spcPts val="0"/>
              </a:spcAft>
              <a:buSzPts val="1600"/>
              <a:buFont typeface="Arial"/>
              <a:buChar char="●"/>
            </a:pPr>
            <a:r>
              <a:rPr b="1" lang="en" sz="1600">
                <a:latin typeface="Arial"/>
                <a:ea typeface="Arial"/>
                <a:cs typeface="Arial"/>
                <a:sym typeface="Arial"/>
              </a:rPr>
              <a:t>Habit-Based Vulnerability:</a:t>
            </a:r>
            <a:r>
              <a:rPr lang="en" sz="1600">
                <a:latin typeface="Arial"/>
                <a:ea typeface="Arial"/>
                <a:cs typeface="Arial"/>
                <a:sym typeface="Arial"/>
              </a:rPr>
              <a:t> People often prioritize convenience over security, such as sharing OTPs, reusing passwords, or clicking unknown links.</a:t>
            </a:r>
            <a:endParaRPr sz="1600">
              <a:latin typeface="Arial"/>
              <a:ea typeface="Arial"/>
              <a:cs typeface="Arial"/>
              <a:sym typeface="Arial"/>
            </a:endParaRPr>
          </a:p>
          <a:p>
            <a:pPr indent="-330200" lvl="0" marL="457200" rtl="0" algn="l">
              <a:lnSpc>
                <a:spcPct val="115000"/>
              </a:lnSpc>
              <a:spcBef>
                <a:spcPts val="1000"/>
              </a:spcBef>
              <a:spcAft>
                <a:spcPts val="0"/>
              </a:spcAft>
              <a:buSzPts val="1600"/>
              <a:buFont typeface="Arial"/>
              <a:buChar char="●"/>
            </a:pPr>
            <a:r>
              <a:rPr b="1" lang="en" sz="1600">
                <a:latin typeface="Arial"/>
                <a:ea typeface="Arial"/>
                <a:cs typeface="Arial"/>
                <a:sym typeface="Arial"/>
              </a:rPr>
              <a:t>Trust Deficit:</a:t>
            </a:r>
            <a:r>
              <a:rPr lang="en" sz="1600">
                <a:latin typeface="Arial"/>
                <a:ea typeface="Arial"/>
                <a:cs typeface="Arial"/>
                <a:sym typeface="Arial"/>
              </a:rPr>
              <a:t> Many citizens do not know where to report fraud, do not trust official systems, or assume recovery is impossible.</a:t>
            </a:r>
            <a:endParaRPr sz="1600">
              <a:latin typeface="Arial"/>
              <a:ea typeface="Arial"/>
              <a:cs typeface="Arial"/>
              <a:sym typeface="Arial"/>
            </a:endParaRPr>
          </a:p>
          <a:p>
            <a:pPr indent="-330200" lvl="0" marL="457200" rtl="0" algn="l">
              <a:lnSpc>
                <a:spcPct val="115000"/>
              </a:lnSpc>
              <a:spcBef>
                <a:spcPts val="1000"/>
              </a:spcBef>
              <a:spcAft>
                <a:spcPts val="1000"/>
              </a:spcAft>
              <a:buSzPts val="1600"/>
              <a:buFont typeface="Arial"/>
              <a:buChar char="●"/>
            </a:pPr>
            <a:r>
              <a:rPr b="1" lang="en" sz="1600">
                <a:latin typeface="Arial"/>
                <a:ea typeface="Arial"/>
                <a:cs typeface="Arial"/>
                <a:sym typeface="Arial"/>
              </a:rPr>
              <a:t>Low Awareness of Risk:</a:t>
            </a:r>
            <a:r>
              <a:rPr lang="en" sz="1600">
                <a:latin typeface="Arial"/>
                <a:ea typeface="Arial"/>
                <a:cs typeface="Arial"/>
                <a:sym typeface="Arial"/>
              </a:rPr>
              <a:t> Many users still treat cyber fraud as “bad luck” instead of a preventable security issue.</a:t>
            </a:r>
            <a:endParaRPr sz="160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71"/>
          <p:cNvSpPr/>
          <p:nvPr/>
        </p:nvSpPr>
        <p:spPr>
          <a:xfrm>
            <a:off x="8596792" y="4601400"/>
            <a:ext cx="318600" cy="3186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509" name="Google Shape;509;p71"/>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pic>
        <p:nvPicPr>
          <p:cNvPr id="510" name="Google Shape;510;p71" title="images.png"/>
          <p:cNvPicPr preferRelativeResize="0"/>
          <p:nvPr>
            <p:ph idx="3" type="pic"/>
          </p:nvPr>
        </p:nvPicPr>
        <p:blipFill rotWithShape="1">
          <a:blip r:embed="rId3">
            <a:alphaModFix/>
          </a:blip>
          <a:srcRect b="0" l="1105" r="1095" t="0"/>
          <a:stretch/>
        </p:blipFill>
        <p:spPr>
          <a:xfrm>
            <a:off x="8596800" y="223475"/>
            <a:ext cx="318600" cy="318600"/>
          </a:xfrm>
          <a:prstGeom prst="ellipse">
            <a:avLst/>
          </a:prstGeom>
        </p:spPr>
      </p:pic>
      <p:sp>
        <p:nvSpPr>
          <p:cNvPr id="511" name="Google Shape;511;p71"/>
          <p:cNvSpPr txBox="1"/>
          <p:nvPr/>
        </p:nvSpPr>
        <p:spPr>
          <a:xfrm>
            <a:off x="311700" y="223500"/>
            <a:ext cx="8520600" cy="6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b="1" lang="en" sz="3200">
                <a:solidFill>
                  <a:schemeClr val="dk2"/>
                </a:solidFill>
                <a:latin typeface="Nanum Myeongjo"/>
                <a:ea typeface="Nanum Myeongjo"/>
                <a:cs typeface="Nanum Myeongjo"/>
                <a:sym typeface="Nanum Myeongjo"/>
              </a:rPr>
              <a:t>Infrastructure &amp; Administrative Challenges</a:t>
            </a:r>
            <a:endParaRPr b="1" sz="3200">
              <a:solidFill>
                <a:schemeClr val="dk2"/>
              </a:solidFill>
              <a:latin typeface="Nanum Myeongjo"/>
              <a:ea typeface="Nanum Myeongjo"/>
              <a:cs typeface="Nanum Myeongjo"/>
              <a:sym typeface="Nanum Myeongjo"/>
            </a:endParaRPr>
          </a:p>
        </p:txBody>
      </p:sp>
      <p:sp>
        <p:nvSpPr>
          <p:cNvPr id="512" name="Google Shape;512;p71"/>
          <p:cNvSpPr txBox="1"/>
          <p:nvPr>
            <p:ph idx="2" type="subTitle"/>
          </p:nvPr>
        </p:nvSpPr>
        <p:spPr>
          <a:xfrm>
            <a:off x="228600" y="965475"/>
            <a:ext cx="8686800" cy="36789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Arial"/>
              <a:buChar char="●"/>
            </a:pPr>
            <a:r>
              <a:rPr b="1" lang="en" sz="1600">
                <a:latin typeface="Arial"/>
                <a:ea typeface="Arial"/>
                <a:cs typeface="Arial"/>
                <a:sym typeface="Arial"/>
              </a:rPr>
              <a:t>Population Scale:</a:t>
            </a:r>
            <a:r>
              <a:rPr lang="en" sz="1600">
                <a:latin typeface="Arial"/>
                <a:ea typeface="Arial"/>
                <a:cs typeface="Arial"/>
                <a:sym typeface="Arial"/>
              </a:rPr>
              <a:t> Implementing and monitoring policies across a very large and diverse population is operationally difficult.</a:t>
            </a:r>
            <a:endParaRPr sz="1600">
              <a:latin typeface="Arial"/>
              <a:ea typeface="Arial"/>
              <a:cs typeface="Arial"/>
              <a:sym typeface="Arial"/>
            </a:endParaRPr>
          </a:p>
          <a:p>
            <a:pPr indent="-330200" lvl="0" marL="457200" rtl="0" algn="l">
              <a:lnSpc>
                <a:spcPct val="115000"/>
              </a:lnSpc>
              <a:spcBef>
                <a:spcPts val="1000"/>
              </a:spcBef>
              <a:spcAft>
                <a:spcPts val="0"/>
              </a:spcAft>
              <a:buSzPts val="1600"/>
              <a:buFont typeface="Arial"/>
              <a:buChar char="●"/>
            </a:pPr>
            <a:r>
              <a:rPr b="1" lang="en" sz="1600">
                <a:latin typeface="Arial"/>
                <a:ea typeface="Arial"/>
                <a:cs typeface="Arial"/>
                <a:sym typeface="Arial"/>
              </a:rPr>
              <a:t>Uneven Digital Infrastructure:</a:t>
            </a:r>
            <a:r>
              <a:rPr lang="en" sz="1600">
                <a:latin typeface="Arial"/>
                <a:ea typeface="Arial"/>
                <a:cs typeface="Arial"/>
                <a:sym typeface="Arial"/>
              </a:rPr>
              <a:t> Urban areas may adapt quickly, but rural and low-connectivity regions may lag behind.</a:t>
            </a:r>
            <a:endParaRPr sz="1600">
              <a:latin typeface="Arial"/>
              <a:ea typeface="Arial"/>
              <a:cs typeface="Arial"/>
              <a:sym typeface="Arial"/>
            </a:endParaRPr>
          </a:p>
          <a:p>
            <a:pPr indent="-330200" lvl="0" marL="457200" rtl="0" algn="l">
              <a:lnSpc>
                <a:spcPct val="115000"/>
              </a:lnSpc>
              <a:spcBef>
                <a:spcPts val="1000"/>
              </a:spcBef>
              <a:spcAft>
                <a:spcPts val="0"/>
              </a:spcAft>
              <a:buSzPts val="1600"/>
              <a:buFont typeface="Arial"/>
              <a:buChar char="●"/>
            </a:pPr>
            <a:r>
              <a:rPr b="1" lang="en" sz="1600">
                <a:latin typeface="Arial"/>
                <a:ea typeface="Arial"/>
                <a:cs typeface="Arial"/>
                <a:sym typeface="Arial"/>
              </a:rPr>
              <a:t>Inter-Agency Coordination:</a:t>
            </a:r>
            <a:r>
              <a:rPr lang="en" sz="1600">
                <a:latin typeface="Arial"/>
                <a:ea typeface="Arial"/>
                <a:cs typeface="Arial"/>
                <a:sym typeface="Arial"/>
              </a:rPr>
              <a:t> Effective enforcement requires coordination between telecom operators, banks, police, regulators, schools, and IT platforms.</a:t>
            </a:r>
            <a:endParaRPr sz="1600">
              <a:latin typeface="Arial"/>
              <a:ea typeface="Arial"/>
              <a:cs typeface="Arial"/>
              <a:sym typeface="Arial"/>
            </a:endParaRPr>
          </a:p>
          <a:p>
            <a:pPr indent="-330200" lvl="0" marL="457200" rtl="0" algn="l">
              <a:lnSpc>
                <a:spcPct val="115000"/>
              </a:lnSpc>
              <a:spcBef>
                <a:spcPts val="1000"/>
              </a:spcBef>
              <a:spcAft>
                <a:spcPts val="0"/>
              </a:spcAft>
              <a:buSzPts val="1600"/>
              <a:buFont typeface="Arial"/>
              <a:buChar char="●"/>
            </a:pPr>
            <a:r>
              <a:rPr b="1" lang="en" sz="1600">
                <a:latin typeface="Arial"/>
                <a:ea typeface="Arial"/>
                <a:cs typeface="Arial"/>
                <a:sym typeface="Arial"/>
              </a:rPr>
              <a:t>Capacity Constraints:</a:t>
            </a:r>
            <a:r>
              <a:rPr lang="en" sz="1600">
                <a:latin typeface="Arial"/>
                <a:ea typeface="Arial"/>
                <a:cs typeface="Arial"/>
                <a:sym typeface="Arial"/>
              </a:rPr>
              <a:t> Many departments may lack trained cybersecurity staff, technical tools, and real-time response systems. Legacy system Integration.</a:t>
            </a:r>
            <a:endParaRPr sz="1600">
              <a:latin typeface="Arial"/>
              <a:ea typeface="Arial"/>
              <a:cs typeface="Arial"/>
              <a:sym typeface="Arial"/>
            </a:endParaRPr>
          </a:p>
          <a:p>
            <a:pPr indent="-330200" lvl="0" marL="457200" rtl="0" algn="l">
              <a:lnSpc>
                <a:spcPct val="115000"/>
              </a:lnSpc>
              <a:spcBef>
                <a:spcPts val="1000"/>
              </a:spcBef>
              <a:spcAft>
                <a:spcPts val="1000"/>
              </a:spcAft>
              <a:buSzPts val="1600"/>
              <a:buFont typeface="Arial"/>
              <a:buChar char="●"/>
            </a:pPr>
            <a:r>
              <a:rPr b="1" lang="en" sz="1600">
                <a:latin typeface="Arial"/>
                <a:ea typeface="Arial"/>
                <a:cs typeface="Arial"/>
                <a:sym typeface="Arial"/>
              </a:rPr>
              <a:t>Compliance Monitoring:</a:t>
            </a:r>
            <a:r>
              <a:rPr lang="en" sz="1600">
                <a:latin typeface="Arial"/>
                <a:ea typeface="Arial"/>
                <a:cs typeface="Arial"/>
                <a:sym typeface="Arial"/>
              </a:rPr>
              <a:t> It is hard to ensure that schools, SMEs, local institutions, and smaller service providers actually follow new standards.</a:t>
            </a:r>
            <a:endParaRPr sz="1600">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72"/>
          <p:cNvSpPr/>
          <p:nvPr/>
        </p:nvSpPr>
        <p:spPr>
          <a:xfrm>
            <a:off x="8596792" y="4601400"/>
            <a:ext cx="318600" cy="3186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518" name="Google Shape;518;p72"/>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pic>
        <p:nvPicPr>
          <p:cNvPr id="519" name="Google Shape;519;p72" title="images.png"/>
          <p:cNvPicPr preferRelativeResize="0"/>
          <p:nvPr>
            <p:ph idx="3" type="pic"/>
          </p:nvPr>
        </p:nvPicPr>
        <p:blipFill rotWithShape="1">
          <a:blip r:embed="rId3">
            <a:alphaModFix/>
          </a:blip>
          <a:srcRect b="0" l="1105" r="1095" t="0"/>
          <a:stretch/>
        </p:blipFill>
        <p:spPr>
          <a:xfrm>
            <a:off x="8596800" y="223475"/>
            <a:ext cx="318600" cy="318600"/>
          </a:xfrm>
          <a:prstGeom prst="ellipse">
            <a:avLst/>
          </a:prstGeom>
        </p:spPr>
      </p:pic>
      <p:sp>
        <p:nvSpPr>
          <p:cNvPr id="520" name="Google Shape;520;p72"/>
          <p:cNvSpPr txBox="1"/>
          <p:nvPr/>
        </p:nvSpPr>
        <p:spPr>
          <a:xfrm>
            <a:off x="311700" y="223500"/>
            <a:ext cx="8520600" cy="6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b="1" lang="en" sz="3200">
                <a:solidFill>
                  <a:schemeClr val="dk2"/>
                </a:solidFill>
                <a:latin typeface="Nanum Myeongjo"/>
                <a:ea typeface="Nanum Myeongjo"/>
                <a:cs typeface="Nanum Myeongjo"/>
                <a:sym typeface="Nanum Myeongjo"/>
              </a:rPr>
              <a:t>Economic, Legal &amp; Governance Challenges</a:t>
            </a:r>
            <a:endParaRPr b="1" sz="3200">
              <a:solidFill>
                <a:schemeClr val="dk2"/>
              </a:solidFill>
              <a:latin typeface="Nanum Myeongjo"/>
              <a:ea typeface="Nanum Myeongjo"/>
              <a:cs typeface="Nanum Myeongjo"/>
              <a:sym typeface="Nanum Myeongjo"/>
            </a:endParaRPr>
          </a:p>
        </p:txBody>
      </p:sp>
      <p:sp>
        <p:nvSpPr>
          <p:cNvPr id="521" name="Google Shape;521;p72"/>
          <p:cNvSpPr txBox="1"/>
          <p:nvPr>
            <p:ph idx="2" type="subTitle"/>
          </p:nvPr>
        </p:nvSpPr>
        <p:spPr>
          <a:xfrm>
            <a:off x="228600" y="965475"/>
            <a:ext cx="8686800" cy="36789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Arial"/>
              <a:buChar char="●"/>
            </a:pPr>
            <a:r>
              <a:rPr b="1" lang="en" sz="1600">
                <a:latin typeface="Arial"/>
                <a:ea typeface="Arial"/>
                <a:cs typeface="Arial"/>
                <a:sym typeface="Arial"/>
              </a:rPr>
              <a:t>Cost of Compliance: </a:t>
            </a:r>
            <a:r>
              <a:rPr lang="en" sz="1600">
                <a:latin typeface="Arial"/>
                <a:ea typeface="Arial"/>
                <a:cs typeface="Arial"/>
                <a:sym typeface="Arial"/>
              </a:rPr>
              <a:t>Stronger standards like MFA, filtering, audits, and training can be costly for SMEs, schools, and small public institutions.</a:t>
            </a:r>
            <a:endParaRPr sz="1600">
              <a:latin typeface="Arial"/>
              <a:ea typeface="Arial"/>
              <a:cs typeface="Arial"/>
              <a:sym typeface="Arial"/>
            </a:endParaRPr>
          </a:p>
          <a:p>
            <a:pPr indent="-330200" lvl="0" marL="457200" rtl="0" algn="l">
              <a:lnSpc>
                <a:spcPct val="115000"/>
              </a:lnSpc>
              <a:spcBef>
                <a:spcPts val="1000"/>
              </a:spcBef>
              <a:spcAft>
                <a:spcPts val="0"/>
              </a:spcAft>
              <a:buSzPts val="1600"/>
              <a:buFont typeface="Arial"/>
              <a:buChar char="●"/>
            </a:pPr>
            <a:r>
              <a:rPr b="1" lang="en" sz="1600">
                <a:latin typeface="Arial"/>
                <a:ea typeface="Arial"/>
                <a:cs typeface="Arial"/>
                <a:sym typeface="Arial"/>
              </a:rPr>
              <a:t>Privacy vs. Protection: </a:t>
            </a:r>
            <a:r>
              <a:rPr lang="en" sz="1600">
                <a:latin typeface="Arial"/>
                <a:ea typeface="Arial"/>
                <a:cs typeface="Arial"/>
                <a:sym typeface="Arial"/>
              </a:rPr>
              <a:t>Measures like age verification, monitoring, and telecom-level filtering may raise concerns about surveillance and misuse.</a:t>
            </a:r>
            <a:endParaRPr sz="1600">
              <a:latin typeface="Arial"/>
              <a:ea typeface="Arial"/>
              <a:cs typeface="Arial"/>
              <a:sym typeface="Arial"/>
            </a:endParaRPr>
          </a:p>
          <a:p>
            <a:pPr indent="-330200" lvl="0" marL="457200" rtl="0" algn="l">
              <a:lnSpc>
                <a:spcPct val="115000"/>
              </a:lnSpc>
              <a:spcBef>
                <a:spcPts val="1000"/>
              </a:spcBef>
              <a:spcAft>
                <a:spcPts val="0"/>
              </a:spcAft>
              <a:buSzPts val="1600"/>
              <a:buFont typeface="Arial"/>
              <a:buChar char="●"/>
            </a:pPr>
            <a:r>
              <a:rPr b="1" lang="en" sz="1600">
                <a:latin typeface="Arial"/>
                <a:ea typeface="Arial"/>
                <a:cs typeface="Arial"/>
                <a:sym typeface="Arial"/>
              </a:rPr>
              <a:t>Enforcement Gaps: </a:t>
            </a:r>
            <a:r>
              <a:rPr lang="en" sz="1600">
                <a:latin typeface="Arial"/>
                <a:ea typeface="Arial"/>
                <a:cs typeface="Arial"/>
                <a:sym typeface="Arial"/>
              </a:rPr>
              <a:t>Rules may exist on paper, but delayed enforcement and weak accountability can reduce real impact.</a:t>
            </a:r>
            <a:endParaRPr sz="1600">
              <a:latin typeface="Arial"/>
              <a:ea typeface="Arial"/>
              <a:cs typeface="Arial"/>
              <a:sym typeface="Arial"/>
            </a:endParaRPr>
          </a:p>
          <a:p>
            <a:pPr indent="-330200" lvl="0" marL="457200" rtl="0" algn="l">
              <a:lnSpc>
                <a:spcPct val="115000"/>
              </a:lnSpc>
              <a:spcBef>
                <a:spcPts val="1000"/>
              </a:spcBef>
              <a:spcAft>
                <a:spcPts val="0"/>
              </a:spcAft>
              <a:buSzPts val="1600"/>
              <a:buFont typeface="Arial"/>
              <a:buChar char="●"/>
            </a:pPr>
            <a:r>
              <a:rPr b="1" lang="en" sz="1600">
                <a:latin typeface="Arial"/>
                <a:ea typeface="Arial"/>
                <a:cs typeface="Arial"/>
                <a:sym typeface="Arial"/>
              </a:rPr>
              <a:t>Federal Complexity: </a:t>
            </a:r>
            <a:r>
              <a:rPr lang="en" sz="1600">
                <a:latin typeface="Arial"/>
                <a:ea typeface="Arial"/>
                <a:cs typeface="Arial"/>
                <a:sym typeface="Arial"/>
              </a:rPr>
              <a:t>Different states and institutions may vary in readiness, priorities, and execution quality.</a:t>
            </a:r>
            <a:endParaRPr sz="1600">
              <a:latin typeface="Arial"/>
              <a:ea typeface="Arial"/>
              <a:cs typeface="Arial"/>
              <a:sym typeface="Arial"/>
            </a:endParaRPr>
          </a:p>
          <a:p>
            <a:pPr indent="-330200" lvl="0" marL="457200" rtl="0" algn="l">
              <a:lnSpc>
                <a:spcPct val="115000"/>
              </a:lnSpc>
              <a:spcBef>
                <a:spcPts val="1000"/>
              </a:spcBef>
              <a:spcAft>
                <a:spcPts val="1000"/>
              </a:spcAft>
              <a:buSzPts val="1600"/>
              <a:buFont typeface="Arial"/>
              <a:buChar char="●"/>
            </a:pPr>
            <a:r>
              <a:rPr b="1" lang="en" sz="1600">
                <a:latin typeface="Arial"/>
                <a:ea typeface="Arial"/>
                <a:cs typeface="Arial"/>
                <a:sym typeface="Arial"/>
              </a:rPr>
              <a:t>Resistance to Change: </a:t>
            </a:r>
            <a:r>
              <a:rPr lang="en" sz="1600">
                <a:latin typeface="Arial"/>
                <a:ea typeface="Arial"/>
                <a:cs typeface="Arial"/>
                <a:sym typeface="Arial"/>
              </a:rPr>
              <a:t>Organizations and Individuals may resist replacing outdated practices because modern security systems require investment, training, and process change.</a:t>
            </a:r>
            <a:endParaRPr sz="1600">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73"/>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527" name="Google Shape;527;p73"/>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pic>
        <p:nvPicPr>
          <p:cNvPr id="528" name="Google Shape;528;p73" title="images.png"/>
          <p:cNvPicPr preferRelativeResize="0"/>
          <p:nvPr>
            <p:ph idx="2" type="pic"/>
          </p:nvPr>
        </p:nvPicPr>
        <p:blipFill rotWithShape="1">
          <a:blip r:embed="rId3">
            <a:alphaModFix/>
          </a:blip>
          <a:srcRect b="0" l="1105" r="1095" t="0"/>
          <a:stretch/>
        </p:blipFill>
        <p:spPr>
          <a:xfrm>
            <a:off x="8596800" y="223475"/>
            <a:ext cx="318600" cy="318600"/>
          </a:xfrm>
          <a:prstGeom prst="ellipse">
            <a:avLst/>
          </a:prstGeom>
        </p:spPr>
      </p:pic>
      <p:pic>
        <p:nvPicPr>
          <p:cNvPr id="529" name="Google Shape;529;p73"/>
          <p:cNvPicPr preferRelativeResize="0"/>
          <p:nvPr/>
        </p:nvPicPr>
        <p:blipFill>
          <a:blip r:embed="rId4">
            <a:alphaModFix/>
          </a:blip>
          <a:stretch>
            <a:fillRect/>
          </a:stretch>
        </p:blipFill>
        <p:spPr>
          <a:xfrm>
            <a:off x="885700" y="152400"/>
            <a:ext cx="7258049" cy="4838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74"/>
          <p:cNvSpPr txBox="1"/>
          <p:nvPr>
            <p:ph type="title"/>
          </p:nvPr>
        </p:nvSpPr>
        <p:spPr>
          <a:xfrm>
            <a:off x="228600" y="354100"/>
            <a:ext cx="8574600" cy="131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Thank </a:t>
            </a:r>
            <a:r>
              <a:rPr lang="en">
                <a:solidFill>
                  <a:schemeClr val="accent1"/>
                </a:solidFill>
              </a:rPr>
              <a:t>you</a:t>
            </a:r>
            <a:endParaRPr>
              <a:solidFill>
                <a:schemeClr val="accent1"/>
              </a:solidFill>
            </a:endParaRPr>
          </a:p>
        </p:txBody>
      </p:sp>
      <p:pic>
        <p:nvPicPr>
          <p:cNvPr id="535" name="Google Shape;535;p74" title="image-removebg-preview.png"/>
          <p:cNvPicPr preferRelativeResize="0"/>
          <p:nvPr/>
        </p:nvPicPr>
        <p:blipFill rotWithShape="1">
          <a:blip r:embed="rId3">
            <a:alphaModFix/>
          </a:blip>
          <a:srcRect b="0" l="0" r="0" t="0"/>
          <a:stretch/>
        </p:blipFill>
        <p:spPr>
          <a:xfrm>
            <a:off x="3087150" y="1845750"/>
            <a:ext cx="2857500" cy="2857500"/>
          </a:xfrm>
          <a:prstGeom prst="rect">
            <a:avLst/>
          </a:prstGeom>
          <a:noFill/>
          <a:ln>
            <a:noFill/>
          </a:ln>
        </p:spPr>
      </p:pic>
      <p:cxnSp>
        <p:nvCxnSpPr>
          <p:cNvPr id="536" name="Google Shape;536;p74"/>
          <p:cNvCxnSpPr/>
          <p:nvPr/>
        </p:nvCxnSpPr>
        <p:spPr>
          <a:xfrm>
            <a:off x="228600" y="223650"/>
            <a:ext cx="8686800" cy="0"/>
          </a:xfrm>
          <a:prstGeom prst="straightConnector1">
            <a:avLst/>
          </a:prstGeom>
          <a:noFill/>
          <a:ln cap="flat" cmpd="sng" w="19050">
            <a:solidFill>
              <a:srgbClr val="E69138"/>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75"/>
          <p:cNvSpPr txBox="1"/>
          <p:nvPr>
            <p:ph type="title"/>
          </p:nvPr>
        </p:nvSpPr>
        <p:spPr>
          <a:xfrm>
            <a:off x="896455" y="662381"/>
            <a:ext cx="5642100" cy="94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lt1"/>
                </a:solidFill>
              </a:rPr>
              <a:t>Let’s discuss!</a:t>
            </a:r>
            <a:endParaRPr>
              <a:solidFill>
                <a:schemeClr val="lt1"/>
              </a:solidFill>
            </a:endParaRPr>
          </a:p>
        </p:txBody>
      </p:sp>
      <p:sp>
        <p:nvSpPr>
          <p:cNvPr id="542" name="Google Shape;542;p75"/>
          <p:cNvSpPr txBox="1"/>
          <p:nvPr>
            <p:ph idx="1" type="subTitle"/>
          </p:nvPr>
        </p:nvSpPr>
        <p:spPr>
          <a:xfrm>
            <a:off x="424500" y="415950"/>
            <a:ext cx="2427000" cy="153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Open feedback</a:t>
            </a:r>
            <a:endParaRPr/>
          </a:p>
        </p:txBody>
      </p:sp>
      <p:pic>
        <p:nvPicPr>
          <p:cNvPr id="543" name="Google Shape;543;p75" title="1679311775037.jpeg"/>
          <p:cNvPicPr preferRelativeResize="0"/>
          <p:nvPr/>
        </p:nvPicPr>
        <p:blipFill rotWithShape="1">
          <a:blip r:embed="rId3">
            <a:alphaModFix/>
          </a:blip>
          <a:srcRect b="0" l="0" r="0" t="0"/>
          <a:stretch/>
        </p:blipFill>
        <p:spPr>
          <a:xfrm>
            <a:off x="918065" y="1683904"/>
            <a:ext cx="1470900" cy="1470900"/>
          </a:xfrm>
          <a:prstGeom prst="ellipse">
            <a:avLst/>
          </a:prstGeom>
          <a:noFill/>
          <a:ln>
            <a:noFill/>
          </a:ln>
        </p:spPr>
      </p:pic>
      <p:sp>
        <p:nvSpPr>
          <p:cNvPr id="544" name="Google Shape;544;p75"/>
          <p:cNvSpPr txBox="1"/>
          <p:nvPr>
            <p:ph idx="4294967295" type="body"/>
          </p:nvPr>
        </p:nvSpPr>
        <p:spPr>
          <a:xfrm>
            <a:off x="679636" y="3282322"/>
            <a:ext cx="1947900" cy="390000"/>
          </a:xfrm>
          <a:prstGeom prst="rect">
            <a:avLst/>
          </a:prstGeom>
        </p:spPr>
        <p:txBody>
          <a:bodyPr anchorCtr="0" anchor="t" bIns="81775" lIns="81775" spcFirstLastPara="1" rIns="81775" wrap="square" tIns="81775">
            <a:noAutofit/>
          </a:bodyPr>
          <a:lstStyle/>
          <a:p>
            <a:pPr indent="0" lvl="0" marL="0" rtl="0" algn="ctr">
              <a:spcBef>
                <a:spcPts val="0"/>
              </a:spcBef>
              <a:spcAft>
                <a:spcPts val="0"/>
              </a:spcAft>
              <a:buNone/>
            </a:pPr>
            <a:r>
              <a:rPr b="1" lang="en" sz="1521">
                <a:solidFill>
                  <a:schemeClr val="accent2"/>
                </a:solidFill>
              </a:rPr>
              <a:t>Akshit</a:t>
            </a:r>
            <a:r>
              <a:rPr lang="en" sz="1521">
                <a:solidFill>
                  <a:schemeClr val="dk1"/>
                </a:solidFill>
              </a:rPr>
              <a:t> Varmora</a:t>
            </a:r>
            <a:endParaRPr sz="1521">
              <a:solidFill>
                <a:schemeClr val="dk1"/>
              </a:solidFill>
            </a:endParaRPr>
          </a:p>
        </p:txBody>
      </p:sp>
      <p:cxnSp>
        <p:nvCxnSpPr>
          <p:cNvPr id="545" name="Google Shape;545;p75"/>
          <p:cNvCxnSpPr/>
          <p:nvPr/>
        </p:nvCxnSpPr>
        <p:spPr>
          <a:xfrm>
            <a:off x="1532417" y="3687625"/>
            <a:ext cx="242100" cy="0"/>
          </a:xfrm>
          <a:prstGeom prst="straightConnector1">
            <a:avLst/>
          </a:prstGeom>
          <a:noFill/>
          <a:ln cap="flat" cmpd="sng" w="9525">
            <a:solidFill>
              <a:schemeClr val="dk2"/>
            </a:solidFill>
            <a:prstDash val="solid"/>
            <a:round/>
            <a:headEnd len="sm" w="sm" type="none"/>
            <a:tailEnd len="sm" w="sm" type="none"/>
          </a:ln>
        </p:spPr>
      </p:cxnSp>
      <p:sp>
        <p:nvSpPr>
          <p:cNvPr id="546" name="Google Shape;546;p75"/>
          <p:cNvSpPr txBox="1"/>
          <p:nvPr>
            <p:ph idx="4294967295" type="body"/>
          </p:nvPr>
        </p:nvSpPr>
        <p:spPr>
          <a:xfrm>
            <a:off x="679613" y="3758948"/>
            <a:ext cx="1947900" cy="1032000"/>
          </a:xfrm>
          <a:prstGeom prst="rect">
            <a:avLst/>
          </a:prstGeom>
        </p:spPr>
        <p:txBody>
          <a:bodyPr anchorCtr="0" anchor="t" bIns="81775" lIns="81775" spcFirstLastPara="1" rIns="81775" wrap="square" tIns="81775">
            <a:noAutofit/>
          </a:bodyPr>
          <a:lstStyle/>
          <a:p>
            <a:pPr indent="0" lvl="0" marL="0" rtl="0" algn="ctr">
              <a:spcBef>
                <a:spcPts val="0"/>
              </a:spcBef>
              <a:spcAft>
                <a:spcPts val="0"/>
              </a:spcAft>
              <a:buNone/>
            </a:pPr>
            <a:r>
              <a:rPr lang="en" sz="1163"/>
              <a:t>23M0832</a:t>
            </a:r>
            <a:endParaRPr sz="1163"/>
          </a:p>
        </p:txBody>
      </p:sp>
      <p:pic>
        <p:nvPicPr>
          <p:cNvPr id="547" name="Google Shape;547;p75" title="1746254773266.jpeg"/>
          <p:cNvPicPr preferRelativeResize="0"/>
          <p:nvPr/>
        </p:nvPicPr>
        <p:blipFill rotWithShape="1">
          <a:blip r:embed="rId4">
            <a:alphaModFix/>
          </a:blip>
          <a:srcRect b="10" l="0" r="0" t="10"/>
          <a:stretch/>
        </p:blipFill>
        <p:spPr>
          <a:xfrm>
            <a:off x="3885698" y="1684038"/>
            <a:ext cx="1470900" cy="1470600"/>
          </a:xfrm>
          <a:prstGeom prst="ellipse">
            <a:avLst/>
          </a:prstGeom>
          <a:noFill/>
          <a:ln>
            <a:noFill/>
          </a:ln>
        </p:spPr>
      </p:pic>
      <p:sp>
        <p:nvSpPr>
          <p:cNvPr id="548" name="Google Shape;548;p75"/>
          <p:cNvSpPr txBox="1"/>
          <p:nvPr>
            <p:ph idx="4294967295" type="body"/>
          </p:nvPr>
        </p:nvSpPr>
        <p:spPr>
          <a:xfrm>
            <a:off x="3639799" y="3282322"/>
            <a:ext cx="1947900" cy="390000"/>
          </a:xfrm>
          <a:prstGeom prst="rect">
            <a:avLst/>
          </a:prstGeom>
        </p:spPr>
        <p:txBody>
          <a:bodyPr anchorCtr="0" anchor="t" bIns="81775" lIns="81775" spcFirstLastPara="1" rIns="81775" wrap="square" tIns="81775">
            <a:noAutofit/>
          </a:bodyPr>
          <a:lstStyle/>
          <a:p>
            <a:pPr indent="0" lvl="0" marL="0" rtl="0" algn="ctr">
              <a:spcBef>
                <a:spcPts val="0"/>
              </a:spcBef>
              <a:spcAft>
                <a:spcPts val="0"/>
              </a:spcAft>
              <a:buNone/>
            </a:pPr>
            <a:r>
              <a:rPr b="1" lang="en" sz="1521">
                <a:solidFill>
                  <a:schemeClr val="accent2"/>
                </a:solidFill>
              </a:rPr>
              <a:t>Soumik</a:t>
            </a:r>
            <a:r>
              <a:rPr lang="en" sz="1521">
                <a:solidFill>
                  <a:schemeClr val="dk1"/>
                </a:solidFill>
              </a:rPr>
              <a:t> Dutta</a:t>
            </a:r>
            <a:endParaRPr sz="1521">
              <a:solidFill>
                <a:schemeClr val="dk1"/>
              </a:solidFill>
            </a:endParaRPr>
          </a:p>
        </p:txBody>
      </p:sp>
      <p:cxnSp>
        <p:nvCxnSpPr>
          <p:cNvPr id="549" name="Google Shape;549;p75"/>
          <p:cNvCxnSpPr/>
          <p:nvPr/>
        </p:nvCxnSpPr>
        <p:spPr>
          <a:xfrm>
            <a:off x="4492595" y="3687625"/>
            <a:ext cx="242100" cy="0"/>
          </a:xfrm>
          <a:prstGeom prst="straightConnector1">
            <a:avLst/>
          </a:prstGeom>
          <a:noFill/>
          <a:ln cap="flat" cmpd="sng" w="9525">
            <a:solidFill>
              <a:schemeClr val="dk2"/>
            </a:solidFill>
            <a:prstDash val="solid"/>
            <a:round/>
            <a:headEnd len="sm" w="sm" type="none"/>
            <a:tailEnd len="sm" w="sm" type="none"/>
          </a:ln>
        </p:spPr>
      </p:cxnSp>
      <p:sp>
        <p:nvSpPr>
          <p:cNvPr id="550" name="Google Shape;550;p75"/>
          <p:cNvSpPr txBox="1"/>
          <p:nvPr>
            <p:ph idx="4294967295" type="body"/>
          </p:nvPr>
        </p:nvSpPr>
        <p:spPr>
          <a:xfrm>
            <a:off x="3639787" y="3758948"/>
            <a:ext cx="1947900" cy="1032000"/>
          </a:xfrm>
          <a:prstGeom prst="rect">
            <a:avLst/>
          </a:prstGeom>
        </p:spPr>
        <p:txBody>
          <a:bodyPr anchorCtr="0" anchor="t" bIns="81775" lIns="81775" spcFirstLastPara="1" rIns="81775" wrap="square" tIns="81775">
            <a:noAutofit/>
          </a:bodyPr>
          <a:lstStyle/>
          <a:p>
            <a:pPr indent="0" lvl="0" marL="0" rtl="0" algn="ctr">
              <a:spcBef>
                <a:spcPts val="0"/>
              </a:spcBef>
              <a:spcAft>
                <a:spcPts val="0"/>
              </a:spcAft>
              <a:buNone/>
            </a:pPr>
            <a:r>
              <a:rPr lang="en" sz="1163"/>
              <a:t>23M0826</a:t>
            </a:r>
            <a:endParaRPr sz="1163"/>
          </a:p>
          <a:p>
            <a:pPr indent="0" lvl="0" marL="0" rtl="0" algn="ctr">
              <a:spcBef>
                <a:spcPts val="0"/>
              </a:spcBef>
              <a:spcAft>
                <a:spcPts val="0"/>
              </a:spcAft>
              <a:buNone/>
            </a:pPr>
            <a:r>
              <a:t/>
            </a:r>
            <a:endParaRPr sz="1163"/>
          </a:p>
        </p:txBody>
      </p:sp>
      <p:pic>
        <p:nvPicPr>
          <p:cNvPr id="551" name="Google Shape;551;p75" title="1718269691547.jpeg"/>
          <p:cNvPicPr preferRelativeResize="0"/>
          <p:nvPr/>
        </p:nvPicPr>
        <p:blipFill rotWithShape="1">
          <a:blip r:embed="rId5">
            <a:alphaModFix/>
          </a:blip>
          <a:srcRect b="0" l="0" r="0" t="0"/>
          <a:stretch/>
        </p:blipFill>
        <p:spPr>
          <a:xfrm>
            <a:off x="6769836" y="1683892"/>
            <a:ext cx="1470900" cy="1470900"/>
          </a:xfrm>
          <a:prstGeom prst="ellipse">
            <a:avLst/>
          </a:prstGeom>
          <a:noFill/>
          <a:ln>
            <a:noFill/>
          </a:ln>
        </p:spPr>
      </p:pic>
      <p:sp>
        <p:nvSpPr>
          <p:cNvPr id="552" name="Google Shape;552;p75"/>
          <p:cNvSpPr txBox="1"/>
          <p:nvPr>
            <p:ph idx="4294967295" type="body"/>
          </p:nvPr>
        </p:nvSpPr>
        <p:spPr>
          <a:xfrm>
            <a:off x="6516478" y="3282322"/>
            <a:ext cx="1947900" cy="390000"/>
          </a:xfrm>
          <a:prstGeom prst="rect">
            <a:avLst/>
          </a:prstGeom>
        </p:spPr>
        <p:txBody>
          <a:bodyPr anchorCtr="0" anchor="t" bIns="81775" lIns="81775" spcFirstLastPara="1" rIns="81775" wrap="square" tIns="81775">
            <a:noAutofit/>
          </a:bodyPr>
          <a:lstStyle/>
          <a:p>
            <a:pPr indent="0" lvl="0" marL="0" rtl="0" algn="ctr">
              <a:spcBef>
                <a:spcPts val="0"/>
              </a:spcBef>
              <a:spcAft>
                <a:spcPts val="0"/>
              </a:spcAft>
              <a:buNone/>
            </a:pPr>
            <a:r>
              <a:rPr b="1" lang="en" sz="1521">
                <a:solidFill>
                  <a:schemeClr val="accent2"/>
                </a:solidFill>
              </a:rPr>
              <a:t>Jay</a:t>
            </a:r>
            <a:r>
              <a:rPr lang="en" sz="1521">
                <a:solidFill>
                  <a:schemeClr val="dk1"/>
                </a:solidFill>
              </a:rPr>
              <a:t> Gorakhiya</a:t>
            </a:r>
            <a:endParaRPr sz="1521">
              <a:solidFill>
                <a:schemeClr val="dk1"/>
              </a:solidFill>
            </a:endParaRPr>
          </a:p>
        </p:txBody>
      </p:sp>
      <p:cxnSp>
        <p:nvCxnSpPr>
          <p:cNvPr id="553" name="Google Shape;553;p75"/>
          <p:cNvCxnSpPr/>
          <p:nvPr/>
        </p:nvCxnSpPr>
        <p:spPr>
          <a:xfrm>
            <a:off x="7384173" y="3687625"/>
            <a:ext cx="242100" cy="0"/>
          </a:xfrm>
          <a:prstGeom prst="straightConnector1">
            <a:avLst/>
          </a:prstGeom>
          <a:noFill/>
          <a:ln cap="flat" cmpd="sng" w="9525">
            <a:solidFill>
              <a:schemeClr val="dk2"/>
            </a:solidFill>
            <a:prstDash val="solid"/>
            <a:round/>
            <a:headEnd len="sm" w="sm" type="none"/>
            <a:tailEnd len="sm" w="sm" type="none"/>
          </a:ln>
        </p:spPr>
      </p:cxnSp>
      <p:sp>
        <p:nvSpPr>
          <p:cNvPr id="554" name="Google Shape;554;p75"/>
          <p:cNvSpPr txBox="1"/>
          <p:nvPr>
            <p:ph idx="4294967295" type="body"/>
          </p:nvPr>
        </p:nvSpPr>
        <p:spPr>
          <a:xfrm>
            <a:off x="6516469" y="3758948"/>
            <a:ext cx="1947900" cy="1032000"/>
          </a:xfrm>
          <a:prstGeom prst="rect">
            <a:avLst/>
          </a:prstGeom>
        </p:spPr>
        <p:txBody>
          <a:bodyPr anchorCtr="0" anchor="t" bIns="81775" lIns="81775" spcFirstLastPara="1" rIns="81775" wrap="square" tIns="81775">
            <a:noAutofit/>
          </a:bodyPr>
          <a:lstStyle/>
          <a:p>
            <a:pPr indent="0" lvl="0" marL="0" rtl="0" algn="ctr">
              <a:spcBef>
                <a:spcPts val="0"/>
              </a:spcBef>
              <a:spcAft>
                <a:spcPts val="0"/>
              </a:spcAft>
              <a:buNone/>
            </a:pPr>
            <a:r>
              <a:rPr lang="en" sz="1163"/>
              <a:t>23M0825</a:t>
            </a:r>
            <a:endParaRPr sz="1163"/>
          </a:p>
          <a:p>
            <a:pPr indent="0" lvl="0" marL="0" rtl="0" algn="ctr">
              <a:spcBef>
                <a:spcPts val="0"/>
              </a:spcBef>
              <a:spcAft>
                <a:spcPts val="0"/>
              </a:spcAft>
              <a:buNone/>
            </a:pPr>
            <a:r>
              <a:t/>
            </a:r>
            <a:endParaRPr sz="1163"/>
          </a:p>
        </p:txBody>
      </p:sp>
    </p:spTree>
  </p:cSld>
  <p:clrMapOvr>
    <a:masterClrMapping/>
  </p:clrMapOvr>
</p:sld>
</file>

<file path=ppt/theme/theme1.xml><?xml version="1.0" encoding="utf-8"?>
<a:theme xmlns:a="http://schemas.openxmlformats.org/drawingml/2006/main" xmlns:r="http://schemas.openxmlformats.org/officeDocument/2006/relationships" name="Sales Pitch">
  <a:themeElements>
    <a:clrScheme name="Simple Light">
      <a:dk1>
        <a:srgbClr val="08005F"/>
      </a:dk1>
      <a:lt1>
        <a:srgbClr val="FFFFFF"/>
      </a:lt1>
      <a:dk2>
        <a:srgbClr val="000000"/>
      </a:dk2>
      <a:lt2>
        <a:srgbClr val="B1A1FF"/>
      </a:lt2>
      <a:accent1>
        <a:srgbClr val="A1FF5F"/>
      </a:accent1>
      <a:accent2>
        <a:srgbClr val="1BBE90"/>
      </a:accent2>
      <a:accent3>
        <a:srgbClr val="0A485F"/>
      </a:accent3>
      <a:accent4>
        <a:srgbClr val="9ACAE0"/>
      </a:accent4>
      <a:accent5>
        <a:srgbClr val="D1D1EB"/>
      </a:accent5>
      <a:accent6>
        <a:srgbClr val="2837DB"/>
      </a:accent6>
      <a:hlink>
        <a:srgbClr val="2837D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
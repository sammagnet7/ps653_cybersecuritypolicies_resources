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10.xml"/>
  <Override ContentType="application/vnd.openxmlformats-officedocument.presentationml.comments+xml" PartName="/ppt/comments/comment8.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9.xml"/>
  <Override ContentType="application/vnd.openxmlformats-officedocument.presentationml.comments+xml" PartName="/ppt/comments/comment3.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y="5143500" cx="9144000"/>
  <p:notesSz cx="6858000" cy="9144000"/>
  <p:embeddedFontLst>
    <p:embeddedFont>
      <p:font typeface="Average"/>
      <p:regular r:id="rId40"/>
    </p:embeddedFont>
    <p:embeddedFont>
      <p:font typeface="Oswald"/>
      <p:regular r:id="rId41"/>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0" name="Akshit Rameshbhai Varmora"/>
  <p:cmAuthor clrIdx="1" id="1" initials="" lastIdx="11" name="Soumik Dutta"/>
  <p:cmAuthor clrIdx="2" id="2" initials="" lastIdx="8" name="Jay Jagdishbhai Gorakhiy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880D808-6308-48E7-A367-3D6BADCF58B8}">
  <a:tblStyle styleId="{9880D808-6308-48E7-A367-3D6BADCF58B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97A8A190-CAC6-4B59-9D57-CC3FAA2F4267}" styleName="Table_1">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verage-regular.fntdata"/><Relationship Id="rId20" Type="http://schemas.openxmlformats.org/officeDocument/2006/relationships/slide" Target="slides/slide13.xml"/><Relationship Id="rId42" Type="http://schemas.openxmlformats.org/officeDocument/2006/relationships/font" Target="fonts/Oswald-bold.fntdata"/><Relationship Id="rId41" Type="http://schemas.openxmlformats.org/officeDocument/2006/relationships/font" Target="fonts/Oswald-regular.fntdata"/><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2-17T19:55:02.871">
    <p:pos x="89" y="622"/>
    <p:text>Memory Corruption (Buffer/Heap Overflows): Exploiting kernel driver bugs to execute arbitrary code with Ring 0 privileges.
ROP/JOP: Chaining existing code snippets ("gadgets") to bypass execution prevention (NX/DEP) and hijack control flow.</p:text>
  </p:cm>
  <p:cm authorId="0" idx="2" dt="2026-02-17T19:54:42.033">
    <p:pos x="89" y="722"/>
    <p:text>Bootkits/Rootkits: Malicious code in MBR/UEFI loads before OS, providing persistent, undetectable control.
Cold Boot &amp; DMA Attacks: Physical theft of encryption keys from RAM or via high-speed ports.</p:text>
  </p:cm>
  <p:cm authorId="0" idx="3" dt="2026-02-17T19:55:18.388">
    <p:pos x="89" y="822"/>
    <p:text>Lateral Movement: Malicious apps exploit weak Inter-Process Communication (IPC) to access data from other secure apps (e.g., flashlight app reads banking data).
Data Exfiltration: Unauthorized reading of unencrypted or weakly secured data-at-rest from storage.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2-17T19:39:48.006">
    <p:pos x="147" y="891"/>
    <p:text>Vbmeta (Verified Boot Metadata)</p:text>
  </p:cm>
  <p:cm authorId="0" idx="5" dt="2026-02-17T18:00:00.960">
    <p:pos x="147" y="991"/>
    <p:text>It stores Weaver Tokens to enforcing hardware-level throttling of brute-force attacks on the lock screen.</p:text>
  </p:cm>
  <p:cm authorId="0" idx="6" dt="2026-02-17T17:59:35.066">
    <p:pos x="147" y="1091"/>
    <p:text>It performs Measured Boot by calculating hashes of boot components and extending them into Platform Configuration Registers (PCRs) to verify system state.</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6-02-17T18:43:50.323">
    <p:pos x="150" y="876"/>
    <p:text>MIC : Mandatory Integrity Control</p:text>
  </p:cm>
  <p:cm authorId="0" idx="8" dt="2026-02-17T19:32:59.128">
    <p:pos x="150" y="976"/>
    <p:text>If execution jumps to an unexpected memory address (indicating a ROP attack), the kernel panics immediately.</p:text>
  </p:cm>
  <p:cm authorId="0" idx="9" dt="2026-02-17T19:34:22.603">
    <p:pos x="150" y="1076"/>
    <p:text>Enforces W^X (Write XOR Execute)</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0" dt="2026-02-17T19:35:49.808">
    <p:pos x="140" y="839"/>
    <p:text>neutralizing Just-In-Time (JIT) compiler spraying attacks.</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6-02-16T13:44:43.130">
    <p:pos x="170" y="647"/>
    <p:text>SIEM (Security Information and Event Management)
Collects and analyzes security logs from systems across all locations.</p:text>
  </p:cm>
  <p:cm authorId="1" idx="2" dt="2026-02-16T13:44:55.689">
    <p:pos x="170" y="747"/>
    <p:text>SOC (Security Operations Center)
A dedicated team that monitors security alerts and handles incidents 24×7.</p:text>
  </p:cm>
  <p:cm authorId="1" idx="3" dt="2026-02-16T13:20:58.188">
    <p:pos x="170" y="847"/>
    <p:text>ZTNA – Zero Trust Network Access</p:text>
  </p:cm>
  <p:cm authorId="1" idx="4" dt="2026-02-16T13:40:12.126">
    <p:pos x="170" y="947"/>
    <p:text>EDR: Endpoint Detection and Response.
Continuously monitors devices to detect suspicious activity and helps respond to attacks quickly.</p:text>
  </p:cm>
  <p:cm authorId="1" idx="5" dt="2026-02-16T13:40:29.596">
    <p:pos x="170" y="1047"/>
    <p:text>MDM – Mobile Device Management.
Manages and controls company devices remotely (policies, updates, remote wipe).</p:text>
  </p:cm>
  <p:cm authorId="1" idx="6" dt="2026-02-16T13:21:10.340">
    <p:pos x="170" y="1147"/>
    <p:text>VPN – Virtual Private Network</p:text>
  </p:cm>
  <p:cm authorId="1" idx="7" dt="2026-02-16T13:45:10.944">
    <p:pos x="170" y="1247"/>
    <p:text>SOAR (Security Orchestration, Automation, and Response)
Automates incident response actions to quickly contain and mitigate threats.</p:text>
  </p:cm>
  <p:cm authorId="1" idx="8" dt="2026-02-16T13:40:55.479">
    <p:pos x="170" y="1347"/>
    <p:text>Device Posture Check
Verifies if a device is secure (updated OS, antivirus enabled, disk encrypted) before allowing access.</p:text>
  </p:cm>
  <p:cm authorId="1" idx="9" dt="2026-02-16T13:39:54.424">
    <p:pos x="170" y="1447"/>
    <p:text>Endpoint Security
Protection software for user devices (laptops, desktops, mobiles) to prevent malware and attacks.</p:text>
  </p:cm>
  <p:cm authorId="1" idx="10" dt="2026-02-16T13:27:44.951">
    <p:pos x="170" y="1547"/>
    <p:text>SASE – Secure Access Service Edge
Cloud-based security service (Combines VPN/ZTNA) for global users</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1" dt="2026-02-16T13:50:32.310">
    <p:pos x="2880" y="0"/>
    <p:text>IDS – Intrusion Detection System
IPS – Intrusion Prevention System
VPN – Virtual Private Network
ZTNA – Zero Trust Network Access
SASE – Secure Access Service Edge
IAM – Identity and Access Management
SSO – Single Sign-On
MFA – Multi-Factor Authentication
RBAC – Role-Based Access Control
EDR – Endpoint Detection and Response
MDM – Mobile Device Management
SIEM – Security Information and Event Management
SOC – Security Operations Center
SOAR – Security Orchestration, Automation, and Response</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1" dt="2026-02-17T16:40:24.868">
    <p:pos x="196" y="725"/>
    <p:text>through Deepfakes and other methods.</p:text>
  </p:cm>
  <p:cm authorId="2" idx="2" dt="2026-02-17T17:30:56.713">
    <p:pos x="196" y="825"/>
    <p:text>supreme court whatsapp case</p:text>
  </p:cm>
  <p:cm authorId="2" idx="3" dt="2026-02-17T19:33:23.798">
    <p:pos x="196" y="925"/>
    <p:text>Indian Council of Medical Research</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4" dt="2026-02-17T16:58:49.010">
    <p:pos x="196" y="725"/>
    <p:text>Collects, analyses, and disseminates information on cyber incidents, providing 24/7 incident response helpdesk services. Database of incidents.</p:text>
  </p:cm>
  <p:cm authorId="2" idx="5" dt="2026-02-17T16:52:18.488">
    <p:pos x="196" y="825"/>
    <p:text>comes under Meity</p:tex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6" dt="2026-02-17T17:19:31.895">
    <p:pos x="196" y="725"/>
    <p:text>agency for protecting Critical Information Infrastructure (CII). Established on January 16, 2014, it operates under the National Technical Research Organisation (NTRO) and was created under Section 70A of the Information Technology Act, 2000.</p:text>
  </p:cm>
</p:cmLst>
</file>

<file path=ppt/comments/comment10.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7" dt="2026-02-17T18:01:01.666">
    <p:pos x="196" y="725"/>
    <p:text>Courses and address the demand, encourage etc etc</p:text>
  </p:cm>
  <p:cm authorId="2" idx="8" dt="2026-02-17T17:46:09.102">
    <p:pos x="196" y="825"/>
    <p:text>India’s first comprehensive data protection framework</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c733275a00_5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c733275a00_5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beca27f451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beca27f45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beca27f451_0_1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beca27f45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beca27f451_0_2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beca27f45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beca27f451_0_2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beca27f451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bef6dccf0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bef6dccf0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bef6dccf02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bef6dccf02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beca27f451_0_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beca27f451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c6f980f91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c6f980f9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beca27f451_0_10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beca27f451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beca27f451_0_10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beca27f451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beca27f451_0_8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beca27f451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beca27f451_0_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beca27f45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beca27f451_0_1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beca27f45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beca27f451_0_4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beca27f451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bef6dccf02_18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bef6dccf02_18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beca27f451_0_4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beca27f451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beca27f451_0_8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beca27f451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c6f980f91_0_12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c6f980f91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beca27f451_0_7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beca27f451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edfwedfwewed</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c6f980f91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c6f980f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beca27f451_0_7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beca27f451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bef6dccf02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bef6dccf0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c6f980f91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c6f980f9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c6f980f91_0_2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c6f980f9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c6f980f91_0_3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c6f980f9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c6f980f91_0_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c6f980f91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c6f980f91_0_4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c6f980f91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c6f980f91_0_4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c6f980f91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c6f980f91_0_8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c6f980f91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c6f980f91_0_10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c6f980f91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beca27f451_0_5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beca27f451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1600"/>
              </a:spcBef>
              <a:spcAft>
                <a:spcPts val="160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comments" Target="../comments/commen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comments" Target="../comments/commen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omments" Target="../comments/commen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comments" Target="../comments/commen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techradar.com/pro/security/bridgepay-payments-system-knocked-offline-by-ransomware-attack" TargetMode="External"/><Relationship Id="rId4" Type="http://schemas.openxmlformats.org/officeDocument/2006/relationships/hyperlink" Target="https://www.reuters.com/sustainability/boards-policy-regulation/south-korea-says-coupang-must-address-security-loopholes-probe-data-breach-2026-02-10/" TargetMode="External"/><Relationship Id="rId5" Type="http://schemas.openxmlformats.org/officeDocument/2006/relationships/hyperlink" Target="https://www.theguardian.com/world/2026/feb/10/state-sponsored-hackers-targeting-defence-sector-employees-google-says" TargetMode="External"/><Relationship Id="rId6" Type="http://schemas.openxmlformats.org/officeDocument/2006/relationships/hyperlink" Target="https://etedge-insights.com/technology/cyber-security/the-real-story-of-the-ms-tcs-saga-untangling-facts-from-chaos-and-what-it-teaches-us-about-vendor-accountability/" TargetMode="External"/><Relationship Id="rId7" Type="http://schemas.openxmlformats.org/officeDocument/2006/relationships/hyperlink" Target="https://www.dlapiper.com/en-hu/insights/publications/2026/01/dla-piper-gdpr-fines-and-data-breach-survey-january-2026"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comments" Target="../comments/commen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comments" Target="../comments/comment6.xml"/><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comments" Target="../comments/commen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comments" Target="../comments/commen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comments" Target="../comments/commen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comments" Target="../comments/commen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6.jpg"/><Relationship Id="rId4" Type="http://schemas.openxmlformats.org/officeDocument/2006/relationships/image" Target="../media/image3.jpg"/><Relationship Id="rId5" Type="http://schemas.openxmlformats.org/officeDocument/2006/relationships/image" Target="../media/image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11.png"/><Relationship Id="rId4" Type="http://schemas.openxmlformats.org/officeDocument/2006/relationships/image" Target="../media/image10.png"/><Relationship Id="rId5"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descr="Can you make it brighter?" id="59" name="Google Shape;59;p13"/>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60" name="Google Shape;60;p13" title="images.png"/>
          <p:cNvPicPr preferRelativeResize="0"/>
          <p:nvPr/>
        </p:nvPicPr>
        <p:blipFill>
          <a:blip r:embed="rId4">
            <a:alphaModFix/>
          </a:blip>
          <a:stretch>
            <a:fillRect/>
          </a:stretch>
        </p:blipFill>
        <p:spPr>
          <a:xfrm>
            <a:off x="-5" y="4595"/>
            <a:ext cx="1320725" cy="1291650"/>
          </a:xfrm>
          <a:prstGeom prst="rect">
            <a:avLst/>
          </a:prstGeom>
          <a:noFill/>
          <a:ln>
            <a:noFill/>
          </a:ln>
        </p:spPr>
      </p:pic>
      <p:sp>
        <p:nvSpPr>
          <p:cNvPr id="61" name="Google Shape;61;p13"/>
          <p:cNvSpPr txBox="1"/>
          <p:nvPr/>
        </p:nvSpPr>
        <p:spPr>
          <a:xfrm>
            <a:off x="1320725" y="4702192"/>
            <a:ext cx="6693600" cy="390300"/>
          </a:xfrm>
          <a:prstGeom prst="rect">
            <a:avLst/>
          </a:prstGeom>
          <a:noFill/>
          <a:ln>
            <a:noFill/>
          </a:ln>
          <a:effectLst>
            <a:outerShdw blurRad="371475" rotWithShape="0" algn="bl" dir="1500000" dist="9525">
              <a:srgbClr val="000000"/>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verage"/>
                <a:ea typeface="Average"/>
                <a:cs typeface="Average"/>
                <a:sym typeface="Average"/>
              </a:rPr>
              <a:t>PS657: Cybersecurity Management &amp; Governance - Policy Aspects</a:t>
            </a:r>
            <a:endParaRPr sz="1800">
              <a:solidFill>
                <a:schemeClr val="dk1"/>
              </a:solidFill>
              <a:latin typeface="Average"/>
              <a:ea typeface="Average"/>
              <a:cs typeface="Average"/>
              <a:sym typeface="Averag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490250" y="526350"/>
            <a:ext cx="8344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4200"/>
              <a:t>Part 1</a:t>
            </a:r>
            <a:r>
              <a:rPr b="1" lang="en" sz="4200"/>
              <a:t>: </a:t>
            </a:r>
            <a:endParaRPr b="1" sz="4200"/>
          </a:p>
          <a:p>
            <a:pPr indent="0" lvl="0" marL="0" rtl="0" algn="l">
              <a:spcBef>
                <a:spcPts val="0"/>
              </a:spcBef>
              <a:spcAft>
                <a:spcPts val="0"/>
              </a:spcAft>
              <a:buNone/>
            </a:pPr>
            <a:r>
              <a:rPr lang="en" sz="4200"/>
              <a:t>Contemporary Security Architecture for a </a:t>
            </a:r>
            <a:r>
              <a:rPr lang="en" sz="4200">
                <a:solidFill>
                  <a:srgbClr val="741B47"/>
                </a:solidFill>
              </a:rPr>
              <a:t>Personal Computing Device</a:t>
            </a:r>
            <a:endParaRPr sz="4200">
              <a:solidFill>
                <a:srgbClr val="741B47"/>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120425" y="2219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Threat Landscape &amp; Attack Surfaces</a:t>
            </a:r>
            <a:endParaRPr/>
          </a:p>
        </p:txBody>
      </p:sp>
      <p:sp>
        <p:nvSpPr>
          <p:cNvPr id="72" name="Google Shape;72;p15"/>
          <p:cNvSpPr txBox="1"/>
          <p:nvPr>
            <p:ph idx="1" type="body"/>
          </p:nvPr>
        </p:nvSpPr>
        <p:spPr>
          <a:xfrm>
            <a:off x="142500" y="988550"/>
            <a:ext cx="8859000" cy="3763500"/>
          </a:xfrm>
          <a:prstGeom prst="rect">
            <a:avLst/>
          </a:prstGeom>
        </p:spPr>
        <p:txBody>
          <a:bodyPr anchorCtr="0" anchor="t" bIns="91425" lIns="91425" spcFirstLastPara="1" rIns="91425" wrap="square" tIns="91425">
            <a:noAutofit/>
          </a:bodyPr>
          <a:lstStyle/>
          <a:p>
            <a:pPr indent="-355600" lvl="0" marL="457200" rtl="0" algn="just">
              <a:lnSpc>
                <a:spcPct val="115000"/>
              </a:lnSpc>
              <a:spcBef>
                <a:spcPts val="1100"/>
              </a:spcBef>
              <a:spcAft>
                <a:spcPts val="0"/>
              </a:spcAft>
              <a:buSzPts val="2000"/>
              <a:buChar char="●"/>
            </a:pPr>
            <a:r>
              <a:rPr b="1" lang="en" sz="2000"/>
              <a:t>Level 1: Hardware &amp; Boot Vector ("Evil Maid")</a:t>
            </a:r>
            <a:r>
              <a:rPr b="1" lang="en" sz="2000"/>
              <a:t>:</a:t>
            </a:r>
            <a:endParaRPr b="1" sz="2000"/>
          </a:p>
          <a:p>
            <a:pPr indent="-342900" lvl="1" marL="914400" rtl="0" algn="just">
              <a:lnSpc>
                <a:spcPct val="115000"/>
              </a:lnSpc>
              <a:spcBef>
                <a:spcPts val="0"/>
              </a:spcBef>
              <a:spcAft>
                <a:spcPts val="0"/>
              </a:spcAft>
              <a:buSzPts val="1800"/>
              <a:buChar char="○"/>
            </a:pPr>
            <a:r>
              <a:rPr lang="en" sz="1800"/>
              <a:t>Bootkits/Rootkits</a:t>
            </a:r>
            <a:endParaRPr sz="1800"/>
          </a:p>
          <a:p>
            <a:pPr indent="-342900" lvl="1" marL="914400" rtl="0" algn="just">
              <a:lnSpc>
                <a:spcPct val="115000"/>
              </a:lnSpc>
              <a:spcBef>
                <a:spcPts val="0"/>
              </a:spcBef>
              <a:spcAft>
                <a:spcPts val="0"/>
              </a:spcAft>
              <a:buSzPts val="1800"/>
              <a:buChar char="○"/>
            </a:pPr>
            <a:r>
              <a:rPr lang="en" sz="1800"/>
              <a:t>Cold Boot &amp; DMA Attacks</a:t>
            </a:r>
            <a:endParaRPr sz="1800"/>
          </a:p>
          <a:p>
            <a:pPr indent="-355600" lvl="0" marL="457200" rtl="0" algn="just">
              <a:lnSpc>
                <a:spcPct val="115000"/>
              </a:lnSpc>
              <a:spcBef>
                <a:spcPts val="1000"/>
              </a:spcBef>
              <a:spcAft>
                <a:spcPts val="0"/>
              </a:spcAft>
              <a:buSzPts val="2000"/>
              <a:buChar char="●"/>
            </a:pPr>
            <a:r>
              <a:rPr b="1" lang="en" sz="2000"/>
              <a:t>Level 2: Kernel &amp; System Vector (Privilege Escalation)</a:t>
            </a:r>
            <a:r>
              <a:rPr b="1" lang="en" sz="2000"/>
              <a:t>:</a:t>
            </a:r>
            <a:endParaRPr b="1" sz="2000"/>
          </a:p>
          <a:p>
            <a:pPr indent="-342900" lvl="1" marL="914400" rtl="0" algn="just">
              <a:lnSpc>
                <a:spcPct val="115000"/>
              </a:lnSpc>
              <a:spcBef>
                <a:spcPts val="0"/>
              </a:spcBef>
              <a:spcAft>
                <a:spcPts val="0"/>
              </a:spcAft>
              <a:buSzPts val="1800"/>
              <a:buChar char="○"/>
            </a:pPr>
            <a:r>
              <a:rPr lang="en" sz="1800"/>
              <a:t>Memory Corruption (Buffer/Heap Overflows)</a:t>
            </a:r>
            <a:endParaRPr sz="1800"/>
          </a:p>
          <a:p>
            <a:pPr indent="-342900" lvl="1" marL="914400" rtl="0" algn="just">
              <a:lnSpc>
                <a:spcPct val="115000"/>
              </a:lnSpc>
              <a:spcBef>
                <a:spcPts val="0"/>
              </a:spcBef>
              <a:spcAft>
                <a:spcPts val="0"/>
              </a:spcAft>
              <a:buSzPts val="1800"/>
              <a:buChar char="○"/>
            </a:pPr>
            <a:r>
              <a:rPr lang="en" sz="1800"/>
              <a:t>ROP/JOP</a:t>
            </a:r>
            <a:endParaRPr sz="1800"/>
          </a:p>
          <a:p>
            <a:pPr indent="-355600" lvl="0" marL="457200" rtl="0" algn="just">
              <a:lnSpc>
                <a:spcPct val="115000"/>
              </a:lnSpc>
              <a:spcBef>
                <a:spcPts val="1000"/>
              </a:spcBef>
              <a:spcAft>
                <a:spcPts val="0"/>
              </a:spcAft>
              <a:buSzPts val="2000"/>
              <a:buChar char="●"/>
            </a:pPr>
            <a:r>
              <a:rPr b="1" lang="en" sz="2000"/>
              <a:t>Level 3: Application &amp; User Vector (User Space)</a:t>
            </a:r>
            <a:r>
              <a:rPr b="1" lang="en" sz="2000"/>
              <a:t>:</a:t>
            </a:r>
            <a:endParaRPr b="1" sz="2000"/>
          </a:p>
          <a:p>
            <a:pPr indent="-342900" lvl="1" marL="914400" rtl="0" algn="just">
              <a:lnSpc>
                <a:spcPct val="115000"/>
              </a:lnSpc>
              <a:spcBef>
                <a:spcPts val="0"/>
              </a:spcBef>
              <a:spcAft>
                <a:spcPts val="0"/>
              </a:spcAft>
              <a:buSzPts val="1800"/>
              <a:buChar char="○"/>
            </a:pPr>
            <a:r>
              <a:rPr lang="en" sz="1800"/>
              <a:t>Privilege Escalation</a:t>
            </a:r>
            <a:endParaRPr sz="1800"/>
          </a:p>
          <a:p>
            <a:pPr indent="-342900" lvl="1" marL="914400" rtl="0" algn="just">
              <a:lnSpc>
                <a:spcPct val="115000"/>
              </a:lnSpc>
              <a:spcBef>
                <a:spcPts val="0"/>
              </a:spcBef>
              <a:spcAft>
                <a:spcPts val="0"/>
              </a:spcAft>
              <a:buSzPts val="1800"/>
              <a:buChar char="○"/>
            </a:pPr>
            <a:r>
              <a:rPr lang="en" sz="1800"/>
              <a:t>Data Exfiltration</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122025" y="227150"/>
            <a:ext cx="8520600" cy="67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Defense Level 1 - Hardware Root of Trust &amp; Secure Boot</a:t>
            </a:r>
            <a:endParaRPr/>
          </a:p>
        </p:txBody>
      </p:sp>
      <p:graphicFrame>
        <p:nvGraphicFramePr>
          <p:cNvPr id="78" name="Google Shape;78;p16"/>
          <p:cNvGraphicFramePr/>
          <p:nvPr/>
        </p:nvGraphicFramePr>
        <p:xfrm>
          <a:off x="234675" y="1415550"/>
          <a:ext cx="3000000" cy="3000000"/>
        </p:xfrm>
        <a:graphic>
          <a:graphicData uri="http://schemas.openxmlformats.org/drawingml/2006/table">
            <a:tbl>
              <a:tblPr>
                <a:noFill/>
                <a:tableStyleId>{9880D808-6308-48E7-A367-3D6BADCF58B8}</a:tableStyleId>
              </a:tblPr>
              <a:tblGrid>
                <a:gridCol w="772000"/>
                <a:gridCol w="4017800"/>
                <a:gridCol w="3561625"/>
              </a:tblGrid>
              <a:tr h="377825">
                <a:tc>
                  <a:txBody>
                    <a:bodyPr/>
                    <a:lstStyle/>
                    <a:p>
                      <a:pPr indent="0" lvl="0" marL="0" rtl="0" algn="l">
                        <a:lnSpc>
                          <a:spcPct val="115000"/>
                        </a:lnSpc>
                        <a:spcBef>
                          <a:spcPts val="0"/>
                        </a:spcBef>
                        <a:spcAft>
                          <a:spcPts val="0"/>
                        </a:spcAft>
                        <a:buNone/>
                      </a:pPr>
                      <a:r>
                        <a:rPr b="1" lang="en" sz="1100">
                          <a:solidFill>
                            <a:srgbClr val="1F1F1F"/>
                          </a:solidFill>
                        </a:rPr>
                        <a:t>Feature</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Windows Implementation</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Android Implementation</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r>
              <a:tr h="715450">
                <a:tc>
                  <a:txBody>
                    <a:bodyPr/>
                    <a:lstStyle/>
                    <a:p>
                      <a:pPr indent="0" lvl="0" marL="0" rtl="0" algn="l">
                        <a:lnSpc>
                          <a:spcPct val="115000"/>
                        </a:lnSpc>
                        <a:spcBef>
                          <a:spcPts val="0"/>
                        </a:spcBef>
                        <a:spcAft>
                          <a:spcPts val="0"/>
                        </a:spcAft>
                        <a:buNone/>
                      </a:pPr>
                      <a:r>
                        <a:rPr b="1" lang="en" sz="1100">
                          <a:solidFill>
                            <a:schemeClr val="dk1"/>
                          </a:solidFill>
                        </a:rPr>
                        <a:t>Root of Trust</a:t>
                      </a:r>
                      <a:endParaRPr b="1"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n" sz="1100">
                          <a:solidFill>
                            <a:schemeClr val="lt2"/>
                          </a:solidFill>
                        </a:rPr>
                        <a:t>TPM 2.0 (Trusted Platform Module):</a:t>
                      </a:r>
                      <a:r>
                        <a:rPr lang="en" sz="1100">
                          <a:solidFill>
                            <a:schemeClr val="lt2"/>
                          </a:solidFill>
                        </a:rPr>
                        <a:t> A dedicated cryptoprocessor storing the </a:t>
                      </a:r>
                      <a:r>
                        <a:rPr b="1" lang="en" sz="1100">
                          <a:solidFill>
                            <a:schemeClr val="lt2"/>
                          </a:solidFill>
                        </a:rPr>
                        <a:t>Endorsement Key (EK)</a:t>
                      </a:r>
                      <a:r>
                        <a:rPr lang="en" sz="1100">
                          <a:solidFill>
                            <a:schemeClr val="lt2"/>
                          </a:solidFill>
                        </a:rPr>
                        <a:t>. </a:t>
                      </a:r>
                      <a:endParaRPr sz="1100">
                        <a:solidFill>
                          <a:schemeClr val="lt2"/>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n" sz="1100">
                          <a:solidFill>
                            <a:schemeClr val="dk1"/>
                          </a:solidFill>
                        </a:rPr>
                        <a:t>Titan M2 / StrongBox:</a:t>
                      </a:r>
                      <a:r>
                        <a:rPr lang="en" sz="1100">
                          <a:solidFill>
                            <a:schemeClr val="dk1"/>
                          </a:solidFill>
                        </a:rPr>
                        <a:t> A discrete RISC-V security chip with dedicated flash/RAM, physically isolated from the main SoC.</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1015800">
                <a:tc>
                  <a:txBody>
                    <a:bodyPr/>
                    <a:lstStyle/>
                    <a:p>
                      <a:pPr indent="0" lvl="0" marL="0" rtl="0" algn="l">
                        <a:lnSpc>
                          <a:spcPct val="115000"/>
                        </a:lnSpc>
                        <a:spcBef>
                          <a:spcPts val="0"/>
                        </a:spcBef>
                        <a:spcAft>
                          <a:spcPts val="0"/>
                        </a:spcAft>
                        <a:buNone/>
                      </a:pPr>
                      <a:r>
                        <a:rPr b="1" lang="en" sz="1100">
                          <a:solidFill>
                            <a:schemeClr val="dk1"/>
                          </a:solidFill>
                        </a:rPr>
                        <a:t>Boot Chain</a:t>
                      </a:r>
                      <a:endParaRPr b="1"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n" sz="1100">
                          <a:solidFill>
                            <a:schemeClr val="dk1"/>
                          </a:solidFill>
                        </a:rPr>
                        <a:t>UEFI Secure Boot:</a:t>
                      </a:r>
                      <a:r>
                        <a:rPr lang="en" sz="1100">
                          <a:solidFill>
                            <a:schemeClr val="dk1"/>
                          </a:solidFill>
                        </a:rPr>
                        <a:t> Firmware verifies the bootloader’s signature (e.g., bootmgfw.efi) against the </a:t>
                      </a:r>
                      <a:r>
                        <a:rPr b="1" lang="en" sz="1100">
                          <a:solidFill>
                            <a:schemeClr val="dk1"/>
                          </a:solidFill>
                        </a:rPr>
                        <a:t>Microsoft UEFI CA</a:t>
                      </a:r>
                      <a:r>
                        <a:rPr lang="en" sz="1100">
                          <a:solidFill>
                            <a:schemeClr val="dk1"/>
                          </a:solidFill>
                        </a:rPr>
                        <a:t> public key stored in the NVRAM db (authorized database).</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n" sz="1100">
                          <a:solidFill>
                            <a:schemeClr val="dk1"/>
                          </a:solidFill>
                        </a:rPr>
                        <a:t>Android Verified Boot (AVB 2.0):</a:t>
                      </a:r>
                      <a:r>
                        <a:rPr lang="en" sz="1100">
                          <a:solidFill>
                            <a:schemeClr val="dk1"/>
                          </a:solidFill>
                        </a:rPr>
                        <a:t> A strict chain of trust where Boot ROM → Bootloader → Kernel → System. Uses a </a:t>
                      </a:r>
                      <a:r>
                        <a:rPr b="1" lang="en" sz="1100">
                          <a:solidFill>
                            <a:schemeClr val="dk1"/>
                          </a:solidFill>
                        </a:rPr>
                        <a:t>VBMeta</a:t>
                      </a:r>
                      <a:r>
                        <a:rPr lang="en" sz="1100">
                          <a:solidFill>
                            <a:schemeClr val="dk1"/>
                          </a:solidFill>
                        </a:rPr>
                        <a:t> struct signed by the OEM to verify the hash tree of the subsequent partition.</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840675">
                <a:tc>
                  <a:txBody>
                    <a:bodyPr/>
                    <a:lstStyle/>
                    <a:p>
                      <a:pPr indent="0" lvl="0" marL="0" rtl="0" algn="l">
                        <a:lnSpc>
                          <a:spcPct val="115000"/>
                        </a:lnSpc>
                        <a:spcBef>
                          <a:spcPts val="0"/>
                        </a:spcBef>
                        <a:spcAft>
                          <a:spcPts val="0"/>
                        </a:spcAft>
                        <a:buNone/>
                      </a:pPr>
                      <a:r>
                        <a:rPr b="1" lang="en" sz="1100">
                          <a:solidFill>
                            <a:schemeClr val="dk1"/>
                          </a:solidFill>
                        </a:rPr>
                        <a:t>DMA Defense</a:t>
                      </a:r>
                      <a:endParaRPr b="1"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n" sz="1100">
                          <a:solidFill>
                            <a:schemeClr val="dk1"/>
                          </a:solidFill>
                        </a:rPr>
                        <a:t>Kernel DMA Protection:</a:t>
                      </a:r>
                      <a:r>
                        <a:rPr lang="en" sz="1100">
                          <a:solidFill>
                            <a:schemeClr val="dk1"/>
                          </a:solidFill>
                        </a:rPr>
                        <a:t> Utilizes the </a:t>
                      </a:r>
                      <a:r>
                        <a:rPr b="1" lang="en" sz="1100">
                          <a:solidFill>
                            <a:schemeClr val="dk1"/>
                          </a:solidFill>
                        </a:rPr>
                        <a:t>IOMMU</a:t>
                      </a:r>
                      <a:r>
                        <a:rPr lang="en" sz="1100">
                          <a:solidFill>
                            <a:schemeClr val="dk1"/>
                          </a:solidFill>
                        </a:rPr>
                        <a:t> (Input-Output Memory Management Unit) to block external peripherals (Thunderbolt/PCIe) from accessing RAM until authorized by the OS driver.</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n" sz="1100">
                          <a:solidFill>
                            <a:schemeClr val="dk1"/>
                          </a:solidFill>
                        </a:rPr>
                        <a:t>IOMMU Hardening:</a:t>
                      </a:r>
                      <a:r>
                        <a:rPr lang="en" sz="1100">
                          <a:solidFill>
                            <a:schemeClr val="dk1"/>
                          </a:solidFill>
                        </a:rPr>
                        <a:t> The kernel restricts Direct Memory Access for hardware blocks by default during the boot process to prevent early-stage memory extraction attacks.</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bl>
          </a:graphicData>
        </a:graphic>
      </p:graphicFrame>
      <p:sp>
        <p:nvSpPr>
          <p:cNvPr id="79" name="Google Shape;79;p16"/>
          <p:cNvSpPr txBox="1"/>
          <p:nvPr/>
        </p:nvSpPr>
        <p:spPr>
          <a:xfrm>
            <a:off x="234675" y="906350"/>
            <a:ext cx="8520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Objective:</a:t>
            </a:r>
            <a:r>
              <a:rPr lang="en" sz="1100">
                <a:solidFill>
                  <a:schemeClr val="dk1"/>
                </a:solidFill>
              </a:rPr>
              <a:t> Establishing a hardware-anchored chain of trust to prevent low-level persistence (bootkits) and physical tampering.</a:t>
            </a:r>
            <a:endParaRPr sz="1800">
              <a:solidFill>
                <a:schemeClr val="dk1"/>
              </a:solidFill>
              <a:latin typeface="Average"/>
              <a:ea typeface="Average"/>
              <a:cs typeface="Average"/>
              <a:sym typeface="Averag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113675" y="2237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Defense Level 2 - Kernel Isolation &amp; Runtime Integrity</a:t>
            </a:r>
            <a:endParaRPr/>
          </a:p>
        </p:txBody>
      </p:sp>
      <p:graphicFrame>
        <p:nvGraphicFramePr>
          <p:cNvPr id="85" name="Google Shape;85;p17"/>
          <p:cNvGraphicFramePr/>
          <p:nvPr/>
        </p:nvGraphicFramePr>
        <p:xfrm>
          <a:off x="239200" y="1392225"/>
          <a:ext cx="3000000" cy="3000000"/>
        </p:xfrm>
        <a:graphic>
          <a:graphicData uri="http://schemas.openxmlformats.org/drawingml/2006/table">
            <a:tbl>
              <a:tblPr>
                <a:noFill/>
                <a:tableStyleId>{9880D808-6308-48E7-A367-3D6BADCF58B8}</a:tableStyleId>
              </a:tblPr>
              <a:tblGrid>
                <a:gridCol w="1160475"/>
                <a:gridCol w="3136550"/>
                <a:gridCol w="3739850"/>
              </a:tblGrid>
              <a:tr h="384975">
                <a:tc>
                  <a:txBody>
                    <a:bodyPr/>
                    <a:lstStyle/>
                    <a:p>
                      <a:pPr indent="0" lvl="0" marL="0" rtl="0" algn="l">
                        <a:lnSpc>
                          <a:spcPct val="115000"/>
                        </a:lnSpc>
                        <a:spcBef>
                          <a:spcPts val="0"/>
                        </a:spcBef>
                        <a:spcAft>
                          <a:spcPts val="0"/>
                        </a:spcAft>
                        <a:buNone/>
                      </a:pPr>
                      <a:r>
                        <a:rPr b="1" lang="en" sz="1100">
                          <a:solidFill>
                            <a:srgbClr val="1F1F1F"/>
                          </a:solidFill>
                        </a:rPr>
                        <a:t>Feature</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Windows Implementation</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Android Implementation</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r>
              <a:tr h="1026575">
                <a:tc>
                  <a:txBody>
                    <a:bodyPr/>
                    <a:lstStyle/>
                    <a:p>
                      <a:pPr indent="0" lvl="0" marL="0" rtl="0" algn="l">
                        <a:lnSpc>
                          <a:spcPct val="115000"/>
                        </a:lnSpc>
                        <a:spcBef>
                          <a:spcPts val="0"/>
                        </a:spcBef>
                        <a:spcAft>
                          <a:spcPts val="0"/>
                        </a:spcAft>
                        <a:buNone/>
                      </a:pPr>
                      <a:r>
                        <a:rPr b="1" lang="en" sz="1100">
                          <a:solidFill>
                            <a:schemeClr val="dk1"/>
                          </a:solidFill>
                        </a:rPr>
                        <a:t>Isolation Environment</a:t>
                      </a:r>
                      <a:endParaRPr b="1"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n" sz="1100">
                          <a:solidFill>
                            <a:schemeClr val="dk1"/>
                          </a:solidFill>
                        </a:rPr>
                        <a:t>VBS (Virtualization-Based Security):</a:t>
                      </a:r>
                      <a:r>
                        <a:rPr lang="en" sz="1100">
                          <a:solidFill>
                            <a:schemeClr val="dk1"/>
                          </a:solidFill>
                        </a:rPr>
                        <a:t> Uses the Hyper-V hypervisor to create </a:t>
                      </a:r>
                      <a:r>
                        <a:rPr b="1" lang="en" sz="1100">
                          <a:solidFill>
                            <a:schemeClr val="dk1"/>
                          </a:solidFill>
                        </a:rPr>
                        <a:t>VTL1</a:t>
                      </a:r>
                      <a:r>
                        <a:rPr lang="en" sz="1100">
                          <a:solidFill>
                            <a:schemeClr val="dk1"/>
                          </a:solidFill>
                        </a:rPr>
                        <a:t> (Virtual Trust Level 1), a secure memory region isolated from the main OS kernel (VTL0) to protect secrets like Credential Guard.</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n" sz="1100">
                          <a:solidFill>
                            <a:schemeClr val="dk1"/>
                          </a:solidFill>
                        </a:rPr>
                        <a:t>TEE (Trusted Execution Environment):</a:t>
                      </a:r>
                      <a:r>
                        <a:rPr lang="en" sz="1100">
                          <a:solidFill>
                            <a:schemeClr val="dk1"/>
                          </a:solidFill>
                        </a:rPr>
                        <a:t> Uses </a:t>
                      </a:r>
                      <a:r>
                        <a:rPr b="1" lang="en" sz="1100">
                          <a:solidFill>
                            <a:schemeClr val="dk1"/>
                          </a:solidFill>
                        </a:rPr>
                        <a:t>ARM TrustZone</a:t>
                      </a:r>
                      <a:r>
                        <a:rPr lang="en" sz="1100">
                          <a:solidFill>
                            <a:schemeClr val="dk1"/>
                          </a:solidFill>
                        </a:rPr>
                        <a:t> to partition the CPU into a "Secure World" (running a micro-kernel like Trusty) and "Normal World" (Android). Biometric processing happens strictly in the Secure World.</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1026575">
                <a:tc>
                  <a:txBody>
                    <a:bodyPr/>
                    <a:lstStyle/>
                    <a:p>
                      <a:pPr indent="0" lvl="0" marL="0" rtl="0" algn="l">
                        <a:lnSpc>
                          <a:spcPct val="115000"/>
                        </a:lnSpc>
                        <a:spcBef>
                          <a:spcPts val="0"/>
                        </a:spcBef>
                        <a:spcAft>
                          <a:spcPts val="0"/>
                        </a:spcAft>
                        <a:buNone/>
                      </a:pPr>
                      <a:r>
                        <a:rPr b="1" lang="en" sz="1100">
                          <a:solidFill>
                            <a:schemeClr val="dk1"/>
                          </a:solidFill>
                        </a:rPr>
                        <a:t>Code Integrity</a:t>
                      </a:r>
                      <a:endParaRPr b="1"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n" sz="1100">
                          <a:solidFill>
                            <a:schemeClr val="dk1"/>
                          </a:solidFill>
                        </a:rPr>
                        <a:t>HVCI (Hypervisor-Enforced Code Integrity):</a:t>
                      </a:r>
                      <a:r>
                        <a:rPr lang="en" sz="1100">
                          <a:solidFill>
                            <a:schemeClr val="dk1"/>
                          </a:solidFill>
                        </a:rPr>
                        <a:t> The hypervisor validates kernel page signatures before execution, ensuring pages cannot be both writable and executable.</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n" sz="1100">
                          <a:solidFill>
                            <a:schemeClr val="dk1"/>
                          </a:solidFill>
                        </a:rPr>
                        <a:t>kCFI (Kernel Control Flow Integrity):</a:t>
                      </a:r>
                      <a:r>
                        <a:rPr lang="en" sz="1100">
                          <a:solidFill>
                            <a:schemeClr val="dk1"/>
                          </a:solidFill>
                        </a:rPr>
                        <a:t> Compiler-injected runtime checks which prevents unexpected memory access. </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1026575">
                <a:tc>
                  <a:txBody>
                    <a:bodyPr/>
                    <a:lstStyle/>
                    <a:p>
                      <a:pPr indent="0" lvl="0" marL="0" rtl="0" algn="l">
                        <a:lnSpc>
                          <a:spcPct val="115000"/>
                        </a:lnSpc>
                        <a:spcBef>
                          <a:spcPts val="0"/>
                        </a:spcBef>
                        <a:spcAft>
                          <a:spcPts val="0"/>
                        </a:spcAft>
                        <a:buNone/>
                      </a:pPr>
                      <a:r>
                        <a:rPr b="1" lang="en" sz="1100">
                          <a:solidFill>
                            <a:schemeClr val="dk1"/>
                          </a:solidFill>
                        </a:rPr>
                        <a:t>Access Control</a:t>
                      </a:r>
                      <a:endParaRPr b="1"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n" sz="1100">
                          <a:solidFill>
                            <a:schemeClr val="dk1"/>
                          </a:solidFill>
                        </a:rPr>
                        <a:t>Integrity Levels (</a:t>
                      </a:r>
                      <a:r>
                        <a:rPr b="1" lang="en" sz="1100">
                          <a:solidFill>
                            <a:schemeClr val="dk1"/>
                          </a:solidFill>
                        </a:rPr>
                        <a:t>MIC</a:t>
                      </a:r>
                      <a:r>
                        <a:rPr b="1" lang="en" sz="1100">
                          <a:solidFill>
                            <a:schemeClr val="dk1"/>
                          </a:solidFill>
                        </a:rPr>
                        <a:t>):</a:t>
                      </a:r>
                      <a:r>
                        <a:rPr lang="en" sz="1100">
                          <a:solidFill>
                            <a:schemeClr val="dk1"/>
                          </a:solidFill>
                        </a:rPr>
                        <a:t> Assigns mandatory integrity labels (Low, Medium, High, System). Lower-integrity processes cannot modify higher-integrity objects (No Write Up).</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n" sz="1100">
                          <a:solidFill>
                            <a:schemeClr val="dk1"/>
                          </a:solidFill>
                        </a:rPr>
                        <a:t>SELinux (Security-Enhanced Linux):</a:t>
                      </a:r>
                      <a:r>
                        <a:rPr lang="en" sz="1100">
                          <a:solidFill>
                            <a:schemeClr val="dk1"/>
                          </a:solidFill>
                        </a:rPr>
                        <a:t> Enforces </a:t>
                      </a:r>
                      <a:r>
                        <a:rPr b="1" lang="en" sz="1100">
                          <a:solidFill>
                            <a:schemeClr val="dk1"/>
                          </a:solidFill>
                        </a:rPr>
                        <a:t>Mandatory Access Control (MAC)</a:t>
                      </a:r>
                      <a:r>
                        <a:rPr lang="en" sz="1100">
                          <a:solidFill>
                            <a:schemeClr val="dk1"/>
                          </a:solidFill>
                        </a:rPr>
                        <a:t>. A central policy restricts process access to files based on labels, overriding "Root" user privileges to contain breaches.</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bl>
          </a:graphicData>
        </a:graphic>
      </p:graphicFrame>
      <p:sp>
        <p:nvSpPr>
          <p:cNvPr id="86" name="Google Shape;86;p17"/>
          <p:cNvSpPr txBox="1"/>
          <p:nvPr/>
        </p:nvSpPr>
        <p:spPr>
          <a:xfrm>
            <a:off x="239200" y="879813"/>
            <a:ext cx="75249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100"/>
              </a:spcBef>
              <a:spcAft>
                <a:spcPts val="1100"/>
              </a:spcAft>
              <a:buNone/>
            </a:pPr>
            <a:r>
              <a:rPr b="1" lang="en" sz="1100">
                <a:solidFill>
                  <a:schemeClr val="dk1"/>
                </a:solidFill>
              </a:rPr>
              <a:t>Objective:</a:t>
            </a:r>
            <a:r>
              <a:rPr lang="en" sz="1100">
                <a:solidFill>
                  <a:schemeClr val="dk1"/>
                </a:solidFill>
              </a:rPr>
              <a:t> Preventing privilege escalation and code execution attacks even if the kernel is compromised.</a:t>
            </a:r>
            <a:endParaRPr sz="1800">
              <a:solidFill>
                <a:schemeClr val="dk1"/>
              </a:solidFill>
              <a:latin typeface="Average"/>
              <a:ea typeface="Average"/>
              <a:cs typeface="Average"/>
              <a:sym typeface="Averag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119500" y="2295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Defense Level 3 - Application Sandboxing &amp; Data Encryption</a:t>
            </a:r>
            <a:endParaRPr/>
          </a:p>
        </p:txBody>
      </p:sp>
      <p:graphicFrame>
        <p:nvGraphicFramePr>
          <p:cNvPr id="92" name="Google Shape;92;p18"/>
          <p:cNvGraphicFramePr/>
          <p:nvPr/>
        </p:nvGraphicFramePr>
        <p:xfrm>
          <a:off x="223025" y="1333300"/>
          <a:ext cx="3000000" cy="3000000"/>
        </p:xfrm>
        <a:graphic>
          <a:graphicData uri="http://schemas.openxmlformats.org/drawingml/2006/table">
            <a:tbl>
              <a:tblPr>
                <a:noFill/>
                <a:tableStyleId>{9880D808-6308-48E7-A367-3D6BADCF58B8}</a:tableStyleId>
              </a:tblPr>
              <a:tblGrid>
                <a:gridCol w="1098775"/>
                <a:gridCol w="3369825"/>
                <a:gridCol w="4025600"/>
              </a:tblGrid>
              <a:tr h="381975">
                <a:tc>
                  <a:txBody>
                    <a:bodyPr/>
                    <a:lstStyle/>
                    <a:p>
                      <a:pPr indent="0" lvl="0" marL="0" rtl="0" algn="l">
                        <a:lnSpc>
                          <a:spcPct val="115000"/>
                        </a:lnSpc>
                        <a:spcBef>
                          <a:spcPts val="0"/>
                        </a:spcBef>
                        <a:spcAft>
                          <a:spcPts val="0"/>
                        </a:spcAft>
                        <a:buNone/>
                      </a:pPr>
                      <a:r>
                        <a:rPr b="1" lang="en" sz="1100">
                          <a:solidFill>
                            <a:srgbClr val="1F1F1F"/>
                          </a:solidFill>
                        </a:rPr>
                        <a:t>Feature</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Windows Implementation</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Android Implementation</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r>
              <a:tr h="967575">
                <a:tc>
                  <a:txBody>
                    <a:bodyPr/>
                    <a:lstStyle/>
                    <a:p>
                      <a:pPr indent="0" lvl="0" marL="0" rtl="0" algn="l">
                        <a:lnSpc>
                          <a:spcPct val="115000"/>
                        </a:lnSpc>
                        <a:spcBef>
                          <a:spcPts val="0"/>
                        </a:spcBef>
                        <a:spcAft>
                          <a:spcPts val="0"/>
                        </a:spcAft>
                        <a:buNone/>
                      </a:pPr>
                      <a:r>
                        <a:rPr b="1" lang="en" sz="1100">
                          <a:solidFill>
                            <a:schemeClr val="dk1"/>
                          </a:solidFill>
                        </a:rPr>
                        <a:t>Encryption</a:t>
                      </a:r>
                      <a:endParaRPr b="1"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n" sz="1100">
                          <a:solidFill>
                            <a:schemeClr val="dk1"/>
                          </a:solidFill>
                        </a:rPr>
                        <a:t>BitLocker (Full Volume Encryption):</a:t>
                      </a:r>
                      <a:r>
                        <a:rPr lang="en" sz="1100">
                          <a:solidFill>
                            <a:schemeClr val="dk1"/>
                          </a:solidFill>
                        </a:rPr>
                        <a:t> Encrypts the entire storage partition. The </a:t>
                      </a:r>
                      <a:r>
                        <a:rPr b="1" lang="en" sz="1100">
                          <a:solidFill>
                            <a:schemeClr val="dk1"/>
                          </a:solidFill>
                        </a:rPr>
                        <a:t>Volume Master Key (VMK)</a:t>
                      </a:r>
                      <a:r>
                        <a:rPr lang="en" sz="1100">
                          <a:solidFill>
                            <a:schemeClr val="dk1"/>
                          </a:solidFill>
                        </a:rPr>
                        <a:t> is sealed by the TPM and only released if boot measurements (PCRs) match the healthy state.</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n" sz="1100">
                          <a:solidFill>
                            <a:schemeClr val="dk1"/>
                          </a:solidFill>
                        </a:rPr>
                        <a:t>File-Based Encryption (FBE):</a:t>
                      </a:r>
                      <a:r>
                        <a:rPr lang="en" sz="1100">
                          <a:solidFill>
                            <a:schemeClr val="dk1"/>
                          </a:solidFill>
                        </a:rPr>
                        <a:t> Encrypts files individually. </a:t>
                      </a:r>
                      <a:r>
                        <a:rPr b="1" lang="en" sz="1100">
                          <a:solidFill>
                            <a:schemeClr val="dk1"/>
                          </a:solidFill>
                        </a:rPr>
                        <a:t>Device Encrypted (DE)</a:t>
                      </a:r>
                      <a:r>
                        <a:rPr lang="en" sz="1100">
                          <a:solidFill>
                            <a:schemeClr val="dk1"/>
                          </a:solidFill>
                        </a:rPr>
                        <a:t> storage is available at boot; </a:t>
                      </a:r>
                      <a:r>
                        <a:rPr b="1" lang="en" sz="1100">
                          <a:solidFill>
                            <a:schemeClr val="dk1"/>
                          </a:solidFill>
                        </a:rPr>
                        <a:t>Credential Encrypted (CE)</a:t>
                      </a:r>
                      <a:r>
                        <a:rPr lang="en" sz="1100">
                          <a:solidFill>
                            <a:schemeClr val="dk1"/>
                          </a:solidFill>
                        </a:rPr>
                        <a:t> storage is only unlocked after the user enters their PIN/Pattern.</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897875">
                <a:tc>
                  <a:txBody>
                    <a:bodyPr/>
                    <a:lstStyle/>
                    <a:p>
                      <a:pPr indent="0" lvl="0" marL="0" rtl="0" algn="l">
                        <a:lnSpc>
                          <a:spcPct val="115000"/>
                        </a:lnSpc>
                        <a:spcBef>
                          <a:spcPts val="0"/>
                        </a:spcBef>
                        <a:spcAft>
                          <a:spcPts val="0"/>
                        </a:spcAft>
                        <a:buNone/>
                      </a:pPr>
                      <a:r>
                        <a:rPr b="1" lang="en" sz="1100">
                          <a:solidFill>
                            <a:schemeClr val="dk1"/>
                          </a:solidFill>
                        </a:rPr>
                        <a:t>Sandboxing</a:t>
                      </a:r>
                      <a:endParaRPr b="1"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n" sz="1100">
                          <a:solidFill>
                            <a:schemeClr val="dk1"/>
                          </a:solidFill>
                        </a:rPr>
                        <a:t>AppContainer:</a:t>
                      </a:r>
                      <a:r>
                        <a:rPr lang="en" sz="1100">
                          <a:solidFill>
                            <a:schemeClr val="dk1"/>
                          </a:solidFill>
                        </a:rPr>
                        <a:t> Isolates UWP and sandboxed Win32 apps using restricted tokens and capability-based firewall rules. prevents unauthorized access to the OS or other apps.</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n" sz="1100">
                          <a:solidFill>
                            <a:schemeClr val="dk1"/>
                          </a:solidFill>
                        </a:rPr>
                        <a:t>UID Isolation:</a:t>
                      </a:r>
                      <a:r>
                        <a:rPr lang="en" sz="1100">
                          <a:solidFill>
                            <a:schemeClr val="dk1"/>
                          </a:solidFill>
                        </a:rPr>
                        <a:t> Leverages the Linux kernel's multi-user design. Every app is assigned a unique </a:t>
                      </a:r>
                      <a:r>
                        <a:rPr b="1" lang="en" sz="1100">
                          <a:solidFill>
                            <a:schemeClr val="dk1"/>
                          </a:solidFill>
                        </a:rPr>
                        <a:t>User ID (UID)</a:t>
                      </a:r>
                      <a:r>
                        <a:rPr lang="en" sz="1100">
                          <a:solidFill>
                            <a:schemeClr val="dk1"/>
                          </a:solidFill>
                        </a:rPr>
                        <a:t>. Standard file permissions prevent App A (User 101) from reading App B's (User 102) data.</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1207500">
                <a:tc>
                  <a:txBody>
                    <a:bodyPr/>
                    <a:lstStyle/>
                    <a:p>
                      <a:pPr indent="0" lvl="0" marL="0" rtl="0" algn="l">
                        <a:lnSpc>
                          <a:spcPct val="115000"/>
                        </a:lnSpc>
                        <a:spcBef>
                          <a:spcPts val="0"/>
                        </a:spcBef>
                        <a:spcAft>
                          <a:spcPts val="0"/>
                        </a:spcAft>
                        <a:buNone/>
                      </a:pPr>
                      <a:r>
                        <a:rPr b="1" lang="en" sz="1100">
                          <a:solidFill>
                            <a:schemeClr val="dk1"/>
                          </a:solidFill>
                        </a:rPr>
                        <a:t>Exploit Mitigation</a:t>
                      </a:r>
                      <a:endParaRPr b="1"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n" sz="1100">
                          <a:solidFill>
                            <a:schemeClr val="dk1"/>
                          </a:solidFill>
                        </a:rPr>
                        <a:t>ACG (Arbitrary Code Guard):</a:t>
                      </a:r>
                      <a:r>
                        <a:rPr lang="en" sz="1100">
                          <a:solidFill>
                            <a:schemeClr val="dk1"/>
                          </a:solidFill>
                        </a:rPr>
                        <a:t> Prevents processes from mapping new executable memory.</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n" sz="1100">
                          <a:solidFill>
                            <a:schemeClr val="dk1"/>
                          </a:solidFill>
                        </a:rPr>
                        <a:t>Scudo Allocator:</a:t>
                      </a:r>
                      <a:r>
                        <a:rPr lang="en" sz="1100">
                          <a:solidFill>
                            <a:schemeClr val="dk1"/>
                          </a:solidFill>
                        </a:rPr>
                        <a:t> A hardened heap memory allocator. It randomizes memory chunk allocation to make heap corruption exploits (like Use-After-Free) unreliable and difficult to execute.</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bl>
          </a:graphicData>
        </a:graphic>
      </p:graphicFrame>
      <p:sp>
        <p:nvSpPr>
          <p:cNvPr id="93" name="Google Shape;93;p18"/>
          <p:cNvSpPr txBox="1"/>
          <p:nvPr/>
        </p:nvSpPr>
        <p:spPr>
          <a:xfrm>
            <a:off x="223025" y="890775"/>
            <a:ext cx="8258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Objective:</a:t>
            </a:r>
            <a:r>
              <a:rPr lang="en" sz="1100">
                <a:solidFill>
                  <a:schemeClr val="dk1"/>
                </a:solidFill>
              </a:rPr>
              <a:t> Protecting user data at rest and isolating applications to prevent lateral movement.</a:t>
            </a:r>
            <a:endParaRPr sz="1800">
              <a:solidFill>
                <a:schemeClr val="dk1"/>
              </a:solidFill>
              <a:latin typeface="Average"/>
              <a:ea typeface="Average"/>
              <a:cs typeface="Average"/>
              <a:sym typeface="Averag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19" title="Gemini_Generated_Image_tkyd3otkyd3otkyd.png"/>
          <p:cNvPicPr preferRelativeResize="0"/>
          <p:nvPr/>
        </p:nvPicPr>
        <p:blipFill>
          <a:blip r:embed="rId3">
            <a:alphaModFix/>
          </a:blip>
          <a:stretch>
            <a:fillRect/>
          </a:stretch>
        </p:blipFill>
        <p:spPr>
          <a:xfrm>
            <a:off x="-107500" y="-52700"/>
            <a:ext cx="9310449" cy="51962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490250" y="526350"/>
            <a:ext cx="8344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4200"/>
              <a:t>Part 2: </a:t>
            </a:r>
            <a:endParaRPr b="1" sz="4200"/>
          </a:p>
          <a:p>
            <a:pPr indent="0" lvl="0" marL="0" rtl="0" algn="l">
              <a:spcBef>
                <a:spcPts val="0"/>
              </a:spcBef>
              <a:spcAft>
                <a:spcPts val="0"/>
              </a:spcAft>
              <a:buNone/>
            </a:pPr>
            <a:r>
              <a:rPr lang="en" sz="4200"/>
              <a:t>Contemporary Security Architecture for a </a:t>
            </a:r>
            <a:r>
              <a:rPr lang="en" sz="4200">
                <a:solidFill>
                  <a:srgbClr val="741B47"/>
                </a:solidFill>
              </a:rPr>
              <a:t>Large Organization Operating Globally</a:t>
            </a:r>
            <a:endParaRPr sz="4200">
              <a:solidFill>
                <a:srgbClr val="741B47"/>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Understanding the</a:t>
            </a:r>
            <a:r>
              <a:rPr lang="en"/>
              <a:t> </a:t>
            </a:r>
            <a:r>
              <a:rPr lang="en">
                <a:solidFill>
                  <a:srgbClr val="C27BA0"/>
                </a:solidFill>
              </a:rPr>
              <a:t>Threat Model</a:t>
            </a:r>
            <a:endParaRPr>
              <a:solidFill>
                <a:srgbClr val="C27BA0"/>
              </a:solidFill>
            </a:endParaRPr>
          </a:p>
        </p:txBody>
      </p:sp>
      <p:sp>
        <p:nvSpPr>
          <p:cNvPr id="109" name="Google Shape;109;p21"/>
          <p:cNvSpPr txBox="1"/>
          <p:nvPr>
            <p:ph idx="1" type="body"/>
          </p:nvPr>
        </p:nvSpPr>
        <p:spPr>
          <a:xfrm>
            <a:off x="270700" y="1152475"/>
            <a:ext cx="8520600" cy="3741000"/>
          </a:xfrm>
          <a:prstGeom prst="rect">
            <a:avLst/>
          </a:prstGeom>
        </p:spPr>
        <p:txBody>
          <a:bodyPr anchorCtr="0" anchor="t" bIns="91425" lIns="91425" spcFirstLastPara="1" rIns="91425" wrap="square" tIns="91425">
            <a:noAutofit/>
          </a:bodyPr>
          <a:lstStyle/>
          <a:p>
            <a:pPr indent="-361950" lvl="0" marL="457200" rtl="0" algn="l">
              <a:lnSpc>
                <a:spcPct val="115000"/>
              </a:lnSpc>
              <a:spcBef>
                <a:spcPts val="0"/>
              </a:spcBef>
              <a:spcAft>
                <a:spcPts val="0"/>
              </a:spcAft>
              <a:buSzPts val="2100"/>
              <a:buChar char="●"/>
            </a:pPr>
            <a:r>
              <a:rPr lang="en" sz="2000">
                <a:solidFill>
                  <a:srgbClr val="C27BA0"/>
                </a:solidFill>
              </a:rPr>
              <a:t>External attacks:</a:t>
            </a:r>
            <a:r>
              <a:rPr lang="en" sz="2100"/>
              <a:t> </a:t>
            </a:r>
            <a:r>
              <a:rPr lang="en">
                <a:solidFill>
                  <a:schemeClr val="hlink"/>
                </a:solidFill>
                <a:uFill>
                  <a:noFill/>
                </a:uFill>
                <a:hlinkClick r:id="rId3"/>
              </a:rPr>
              <a:t>BridgePay payments system knocked offline by ransomware.</a:t>
            </a:r>
            <a:endParaRPr sz="1400"/>
          </a:p>
          <a:p>
            <a:pPr indent="-361950" lvl="0" marL="457200" rtl="0" algn="l">
              <a:lnSpc>
                <a:spcPct val="115000"/>
              </a:lnSpc>
              <a:spcBef>
                <a:spcPts val="1000"/>
              </a:spcBef>
              <a:spcAft>
                <a:spcPts val="0"/>
              </a:spcAft>
              <a:buSzPts val="2100"/>
              <a:buChar char="●"/>
            </a:pPr>
            <a:r>
              <a:rPr lang="en" sz="2000">
                <a:solidFill>
                  <a:srgbClr val="C27BA0"/>
                </a:solidFill>
              </a:rPr>
              <a:t>Insider threats:</a:t>
            </a:r>
            <a:r>
              <a:rPr lang="en" sz="2100"/>
              <a:t> </a:t>
            </a:r>
            <a:r>
              <a:rPr lang="en">
                <a:solidFill>
                  <a:schemeClr val="hlink"/>
                </a:solidFill>
                <a:uFill>
                  <a:noFill/>
                </a:uFill>
                <a:hlinkClick r:id="rId4"/>
              </a:rPr>
              <a:t>Coupang (e-commerce) data breach was traced to an ex-employee exploiting credentials.</a:t>
            </a:r>
            <a:endParaRPr/>
          </a:p>
          <a:p>
            <a:pPr indent="-361950" lvl="0" marL="457200" rtl="0" algn="l">
              <a:lnSpc>
                <a:spcPct val="115000"/>
              </a:lnSpc>
              <a:spcBef>
                <a:spcPts val="1000"/>
              </a:spcBef>
              <a:spcAft>
                <a:spcPts val="0"/>
              </a:spcAft>
              <a:buSzPts val="2100"/>
              <a:buChar char="●"/>
            </a:pPr>
            <a:r>
              <a:rPr lang="en" sz="2000">
                <a:solidFill>
                  <a:srgbClr val="C27BA0"/>
                </a:solidFill>
              </a:rPr>
              <a:t>Targeted attacks:</a:t>
            </a:r>
            <a:r>
              <a:rPr lang="en" sz="2100"/>
              <a:t> </a:t>
            </a:r>
            <a:r>
              <a:rPr lang="en">
                <a:solidFill>
                  <a:schemeClr val="hlink"/>
                </a:solidFill>
                <a:uFill>
                  <a:noFill/>
                </a:uFill>
                <a:hlinkClick r:id="rId5"/>
              </a:rPr>
              <a:t>State-sponsored groups are increasingly targeting defence staffs and supply chains globally.</a:t>
            </a:r>
            <a:endParaRPr/>
          </a:p>
          <a:p>
            <a:pPr indent="-361950" lvl="0" marL="457200" rtl="0" algn="l">
              <a:lnSpc>
                <a:spcPct val="115000"/>
              </a:lnSpc>
              <a:spcBef>
                <a:spcPts val="1000"/>
              </a:spcBef>
              <a:spcAft>
                <a:spcPts val="0"/>
              </a:spcAft>
              <a:buSzPts val="2100"/>
              <a:buChar char="●"/>
            </a:pPr>
            <a:r>
              <a:rPr lang="en" sz="2000">
                <a:solidFill>
                  <a:srgbClr val="C27BA0"/>
                </a:solidFill>
              </a:rPr>
              <a:t>Third-party risks:</a:t>
            </a:r>
            <a:r>
              <a:rPr lang="en" sz="2100"/>
              <a:t> </a:t>
            </a:r>
            <a:r>
              <a:rPr lang="en">
                <a:solidFill>
                  <a:schemeClr val="hlink"/>
                </a:solidFill>
                <a:uFill>
                  <a:noFill/>
                </a:uFill>
                <a:hlinkClick r:id="rId6"/>
              </a:rPr>
              <a:t>The Marks &amp; Spencer cyberattack, where third-party TCS was briefly blamed but later cleared of responsibility.</a:t>
            </a:r>
            <a:endParaRPr/>
          </a:p>
          <a:p>
            <a:pPr indent="-361950" lvl="0" marL="457200" rtl="0" algn="l">
              <a:lnSpc>
                <a:spcPct val="115000"/>
              </a:lnSpc>
              <a:spcBef>
                <a:spcPts val="1000"/>
              </a:spcBef>
              <a:spcAft>
                <a:spcPts val="1000"/>
              </a:spcAft>
              <a:buSzPts val="2100"/>
              <a:buChar char="●"/>
            </a:pPr>
            <a:r>
              <a:rPr lang="en" sz="2000">
                <a:solidFill>
                  <a:srgbClr val="C27BA0"/>
                </a:solidFill>
              </a:rPr>
              <a:t>Geographic &amp; legal risks:</a:t>
            </a:r>
            <a:r>
              <a:rPr lang="en" sz="2000"/>
              <a:t> </a:t>
            </a:r>
            <a:r>
              <a:rPr lang="en">
                <a:solidFill>
                  <a:schemeClr val="hlink"/>
                </a:solidFill>
                <a:uFill>
                  <a:noFill/>
                </a:uFill>
                <a:hlinkClick r:id="rId7"/>
              </a:rPr>
              <a:t>In 2025, TikTok was fined €530 million under GDPR for transferring EU user data internationally.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
                                            <p:txEl>
                                              <p:pRg end="0" st="0"/>
                                            </p:txEl>
                                          </p:spTgt>
                                        </p:tgtEl>
                                        <p:attrNameLst>
                                          <p:attrName>style.visibility</p:attrName>
                                        </p:attrNameLst>
                                      </p:cBhvr>
                                      <p:to>
                                        <p:strVal val="visible"/>
                                      </p:to>
                                    </p:set>
                                    <p:anim calcmode="lin" valueType="num">
                                      <p:cBhvr additive="base">
                                        <p:cTn dur="1000"/>
                                        <p:tgtEl>
                                          <p:spTgt spid="10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
                                            <p:txEl>
                                              <p:pRg end="1" st="1"/>
                                            </p:txEl>
                                          </p:spTgt>
                                        </p:tgtEl>
                                        <p:attrNameLst>
                                          <p:attrName>style.visibility</p:attrName>
                                        </p:attrNameLst>
                                      </p:cBhvr>
                                      <p:to>
                                        <p:strVal val="visible"/>
                                      </p:to>
                                    </p:set>
                                    <p:anim calcmode="lin" valueType="num">
                                      <p:cBhvr additive="base">
                                        <p:cTn dur="1000"/>
                                        <p:tgtEl>
                                          <p:spTgt spid="10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
                                            <p:txEl>
                                              <p:pRg end="2" st="2"/>
                                            </p:txEl>
                                          </p:spTgt>
                                        </p:tgtEl>
                                        <p:attrNameLst>
                                          <p:attrName>style.visibility</p:attrName>
                                        </p:attrNameLst>
                                      </p:cBhvr>
                                      <p:to>
                                        <p:strVal val="visible"/>
                                      </p:to>
                                    </p:set>
                                    <p:anim calcmode="lin" valueType="num">
                                      <p:cBhvr additive="base">
                                        <p:cTn dur="1000"/>
                                        <p:tgtEl>
                                          <p:spTgt spid="10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
                                            <p:txEl>
                                              <p:pRg end="3" st="3"/>
                                            </p:txEl>
                                          </p:spTgt>
                                        </p:tgtEl>
                                        <p:attrNameLst>
                                          <p:attrName>style.visibility</p:attrName>
                                        </p:attrNameLst>
                                      </p:cBhvr>
                                      <p:to>
                                        <p:strVal val="visible"/>
                                      </p:to>
                                    </p:set>
                                    <p:anim calcmode="lin" valueType="num">
                                      <p:cBhvr additive="base">
                                        <p:cTn dur="1000"/>
                                        <p:tgtEl>
                                          <p:spTgt spid="10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
                                            <p:txEl>
                                              <p:pRg end="4" st="4"/>
                                            </p:txEl>
                                          </p:spTgt>
                                        </p:tgtEl>
                                        <p:attrNameLst>
                                          <p:attrName>style.visibility</p:attrName>
                                        </p:attrNameLst>
                                      </p:cBhvr>
                                      <p:to>
                                        <p:strVal val="visible"/>
                                      </p:to>
                                    </p:set>
                                    <p:anim calcmode="lin" valueType="num">
                                      <p:cBhvr additive="base">
                                        <p:cTn dur="1000"/>
                                        <p:tgtEl>
                                          <p:spTgt spid="10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Security </a:t>
            </a:r>
            <a:r>
              <a:rPr lang="en">
                <a:solidFill>
                  <a:srgbClr val="93C47D"/>
                </a:solidFill>
              </a:rPr>
              <a:t>Goals</a:t>
            </a:r>
            <a:r>
              <a:rPr lang="en"/>
              <a:t> &amp; Overall </a:t>
            </a:r>
            <a:r>
              <a:rPr lang="en">
                <a:solidFill>
                  <a:srgbClr val="93C47D"/>
                </a:solidFill>
              </a:rPr>
              <a:t>Approach</a:t>
            </a:r>
            <a:endParaRPr>
              <a:solidFill>
                <a:srgbClr val="93C47D"/>
              </a:solidFill>
            </a:endParaRPr>
          </a:p>
        </p:txBody>
      </p:sp>
      <p:sp>
        <p:nvSpPr>
          <p:cNvPr id="115" name="Google Shape;115;p22"/>
          <p:cNvSpPr txBox="1"/>
          <p:nvPr>
            <p:ph idx="1" type="body"/>
          </p:nvPr>
        </p:nvSpPr>
        <p:spPr>
          <a:xfrm>
            <a:off x="270700" y="1152475"/>
            <a:ext cx="8520600" cy="17385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Security Goals</a:t>
            </a:r>
            <a:endParaRPr sz="2000"/>
          </a:p>
          <a:p>
            <a:pPr indent="-342900" lvl="1" marL="914400" rtl="0" algn="l">
              <a:spcBef>
                <a:spcPts val="0"/>
              </a:spcBef>
              <a:spcAft>
                <a:spcPts val="0"/>
              </a:spcAft>
              <a:buSzPts val="1800"/>
              <a:buChar char="○"/>
            </a:pPr>
            <a:r>
              <a:rPr lang="en" sz="1800"/>
              <a:t>Protect company </a:t>
            </a:r>
            <a:r>
              <a:rPr lang="en" sz="1800">
                <a:solidFill>
                  <a:srgbClr val="93C47D"/>
                </a:solidFill>
              </a:rPr>
              <a:t>data</a:t>
            </a:r>
            <a:r>
              <a:rPr lang="en" sz="1800"/>
              <a:t> and </a:t>
            </a:r>
            <a:r>
              <a:rPr lang="en" sz="1800">
                <a:solidFill>
                  <a:srgbClr val="93C47D"/>
                </a:solidFill>
              </a:rPr>
              <a:t>systems</a:t>
            </a:r>
            <a:r>
              <a:rPr lang="en" sz="1800"/>
              <a:t>.</a:t>
            </a:r>
            <a:endParaRPr sz="1800"/>
          </a:p>
          <a:p>
            <a:pPr indent="-342900" lvl="1" marL="914400" rtl="0" algn="l">
              <a:spcBef>
                <a:spcPts val="0"/>
              </a:spcBef>
              <a:spcAft>
                <a:spcPts val="0"/>
              </a:spcAft>
              <a:buSzPts val="1800"/>
              <a:buChar char="○"/>
            </a:pPr>
            <a:r>
              <a:rPr lang="en" sz="1800"/>
              <a:t>Ensure </a:t>
            </a:r>
            <a:r>
              <a:rPr lang="en" sz="1800">
                <a:solidFill>
                  <a:srgbClr val="93C47D"/>
                </a:solidFill>
              </a:rPr>
              <a:t>safe access </a:t>
            </a:r>
            <a:r>
              <a:rPr lang="en" sz="1800"/>
              <a:t>from all global locations.</a:t>
            </a:r>
            <a:endParaRPr sz="1800"/>
          </a:p>
          <a:p>
            <a:pPr indent="-342900" lvl="1" marL="914400" rtl="0" algn="l">
              <a:spcBef>
                <a:spcPts val="0"/>
              </a:spcBef>
              <a:spcAft>
                <a:spcPts val="0"/>
              </a:spcAft>
              <a:buSzPts val="1800"/>
              <a:buChar char="○"/>
            </a:pPr>
            <a:r>
              <a:rPr lang="en" sz="1800">
                <a:solidFill>
                  <a:srgbClr val="93C47D"/>
                </a:solidFill>
              </a:rPr>
              <a:t>Detect</a:t>
            </a:r>
            <a:r>
              <a:rPr lang="en" sz="1800"/>
              <a:t> and </a:t>
            </a:r>
            <a:r>
              <a:rPr lang="en" sz="1800">
                <a:solidFill>
                  <a:srgbClr val="93C47D"/>
                </a:solidFill>
              </a:rPr>
              <a:t>respond</a:t>
            </a:r>
            <a:r>
              <a:rPr lang="en" sz="1800"/>
              <a:t> to incidents quickly.</a:t>
            </a:r>
            <a:endParaRPr sz="1800"/>
          </a:p>
          <a:p>
            <a:pPr indent="-342900" lvl="1" marL="914400" rtl="0" algn="l">
              <a:spcBef>
                <a:spcPts val="0"/>
              </a:spcBef>
              <a:spcAft>
                <a:spcPts val="0"/>
              </a:spcAft>
              <a:buSzPts val="1800"/>
              <a:buChar char="○"/>
            </a:pPr>
            <a:r>
              <a:rPr lang="en" sz="1800"/>
              <a:t>Maintain </a:t>
            </a:r>
            <a:r>
              <a:rPr lang="en" sz="1800">
                <a:solidFill>
                  <a:srgbClr val="93C47D"/>
                </a:solidFill>
              </a:rPr>
              <a:t>Business continuity</a:t>
            </a:r>
            <a:r>
              <a:rPr lang="en" sz="1800"/>
              <a:t> across countries.</a:t>
            </a:r>
            <a:endParaRPr sz="1800"/>
          </a:p>
        </p:txBody>
      </p:sp>
      <p:sp>
        <p:nvSpPr>
          <p:cNvPr id="116" name="Google Shape;116;p22"/>
          <p:cNvSpPr txBox="1"/>
          <p:nvPr>
            <p:ph idx="1" type="body"/>
          </p:nvPr>
        </p:nvSpPr>
        <p:spPr>
          <a:xfrm>
            <a:off x="270700" y="2759848"/>
            <a:ext cx="8520600" cy="20679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Overall Approach</a:t>
            </a:r>
            <a:endParaRPr sz="2000"/>
          </a:p>
          <a:p>
            <a:pPr indent="-342900" lvl="1" marL="914400" rtl="0" algn="l">
              <a:spcBef>
                <a:spcPts val="0"/>
              </a:spcBef>
              <a:spcAft>
                <a:spcPts val="0"/>
              </a:spcAft>
              <a:buSzPts val="1800"/>
              <a:buChar char="○"/>
            </a:pPr>
            <a:r>
              <a:rPr lang="en" sz="1800"/>
              <a:t>Follow </a:t>
            </a:r>
            <a:r>
              <a:rPr lang="en" sz="1800">
                <a:solidFill>
                  <a:srgbClr val="93C47D"/>
                </a:solidFill>
              </a:rPr>
              <a:t>Zero Trust</a:t>
            </a:r>
            <a:r>
              <a:rPr lang="en" sz="1800"/>
              <a:t>: no user or device is trusted by default. </a:t>
            </a:r>
            <a:r>
              <a:rPr lang="en" sz="1800">
                <a:solidFill>
                  <a:srgbClr val="93C47D"/>
                </a:solidFill>
              </a:rPr>
              <a:t>Least </a:t>
            </a:r>
            <a:r>
              <a:rPr lang="en" sz="1800">
                <a:solidFill>
                  <a:srgbClr val="93C47D"/>
                </a:solidFill>
              </a:rPr>
              <a:t>privilege</a:t>
            </a:r>
            <a:r>
              <a:rPr lang="en" sz="1800"/>
              <a:t>.</a:t>
            </a:r>
            <a:endParaRPr sz="1800"/>
          </a:p>
          <a:p>
            <a:pPr indent="-342900" lvl="1" marL="914400" rtl="0" algn="l">
              <a:spcBef>
                <a:spcPts val="0"/>
              </a:spcBef>
              <a:spcAft>
                <a:spcPts val="0"/>
              </a:spcAft>
              <a:buSzPts val="1800"/>
              <a:buChar char="○"/>
            </a:pPr>
            <a:r>
              <a:rPr lang="en" sz="1800"/>
              <a:t>Use</a:t>
            </a:r>
            <a:r>
              <a:rPr lang="en" sz="1800">
                <a:solidFill>
                  <a:srgbClr val="93C47D"/>
                </a:solidFill>
              </a:rPr>
              <a:t> Identity-based access</a:t>
            </a:r>
            <a:r>
              <a:rPr lang="en" sz="1800"/>
              <a:t> with strong authentication.</a:t>
            </a:r>
            <a:endParaRPr sz="1800"/>
          </a:p>
          <a:p>
            <a:pPr indent="-342900" lvl="1" marL="914400" rtl="0" algn="l">
              <a:spcBef>
                <a:spcPts val="0"/>
              </a:spcBef>
              <a:spcAft>
                <a:spcPts val="0"/>
              </a:spcAft>
              <a:buSzPts val="1800"/>
              <a:buChar char="○"/>
            </a:pPr>
            <a:r>
              <a:rPr lang="en" sz="1800"/>
              <a:t>Apply security in </a:t>
            </a:r>
            <a:r>
              <a:rPr lang="en" sz="1800">
                <a:solidFill>
                  <a:srgbClr val="93C47D"/>
                </a:solidFill>
              </a:rPr>
              <a:t>multiple layers</a:t>
            </a:r>
            <a:r>
              <a:rPr lang="en" sz="1800"/>
              <a:t> (users, devices, network, data).</a:t>
            </a:r>
            <a:endParaRPr sz="1800"/>
          </a:p>
          <a:p>
            <a:pPr indent="-342900" lvl="1" marL="914400" rtl="0" algn="l">
              <a:spcBef>
                <a:spcPts val="0"/>
              </a:spcBef>
              <a:spcAft>
                <a:spcPts val="0"/>
              </a:spcAft>
              <a:buSzPts val="1800"/>
              <a:buChar char="○"/>
            </a:pPr>
            <a:r>
              <a:rPr lang="en" sz="1800">
                <a:solidFill>
                  <a:srgbClr val="93C47D"/>
                </a:solidFill>
              </a:rPr>
              <a:t>Central</a:t>
            </a:r>
            <a:r>
              <a:rPr lang="en" sz="1800"/>
              <a:t> monitoring with </a:t>
            </a:r>
            <a:r>
              <a:rPr lang="en" sz="1800">
                <a:solidFill>
                  <a:srgbClr val="93C47D"/>
                </a:solidFill>
              </a:rPr>
              <a:t>local</a:t>
            </a:r>
            <a:r>
              <a:rPr lang="en" sz="1800"/>
              <a:t> enforcement.</a:t>
            </a:r>
            <a:endParaRPr sz="1800"/>
          </a:p>
          <a:p>
            <a:pPr indent="-342900" lvl="1" marL="914400" rtl="0" algn="l">
              <a:spcBef>
                <a:spcPts val="0"/>
              </a:spcBef>
              <a:spcAft>
                <a:spcPts val="0"/>
              </a:spcAft>
              <a:buSzPts val="1800"/>
              <a:buChar char="○"/>
            </a:pPr>
            <a:r>
              <a:rPr lang="en" sz="1800"/>
              <a:t>Design for </a:t>
            </a:r>
            <a:r>
              <a:rPr lang="en" sz="1800">
                <a:solidFill>
                  <a:srgbClr val="93C47D"/>
                </a:solidFill>
              </a:rPr>
              <a:t>g</a:t>
            </a:r>
            <a:r>
              <a:rPr lang="en" sz="1800">
                <a:solidFill>
                  <a:srgbClr val="93C47D"/>
                </a:solidFill>
              </a:rPr>
              <a:t>lobal operations </a:t>
            </a:r>
            <a:r>
              <a:rPr lang="en" sz="1800"/>
              <a:t>and </a:t>
            </a:r>
            <a:r>
              <a:rPr lang="en" sz="1800">
                <a:solidFill>
                  <a:srgbClr val="93C47D"/>
                </a:solidFill>
              </a:rPr>
              <a:t>l</a:t>
            </a:r>
            <a:r>
              <a:rPr lang="en" sz="1800">
                <a:solidFill>
                  <a:srgbClr val="93C47D"/>
                </a:solidFill>
              </a:rPr>
              <a:t>ocal regulations</a:t>
            </a:r>
            <a:r>
              <a:rPr lang="en" sz="1800"/>
              <a:t> in all countries.</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4">
                                  <p:stCondLst>
                                    <p:cond delay="0"/>
                                  </p:stCondLst>
                                  <p:childTnLst>
                                    <p:set>
                                      <p:cBhvr>
                                        <p:cTn dur="1" fill="hold">
                                          <p:stCondLst>
                                            <p:cond delay="0"/>
                                          </p:stCondLst>
                                        </p:cTn>
                                        <p:tgtEl>
                                          <p:spTgt spid="115"/>
                                        </p:tgtEl>
                                        <p:attrNameLst>
                                          <p:attrName>style.visibility</p:attrName>
                                        </p:attrNameLst>
                                      </p:cBhvr>
                                      <p:to>
                                        <p:strVal val="visible"/>
                                      </p:to>
                                    </p:set>
                                    <p:anim calcmode="lin" valueType="num">
                                      <p:cBhvr additive="base">
                                        <p:cTn dur="1000"/>
                                        <p:tgtEl>
                                          <p:spTgt spid="11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
                                        </p:tgtEl>
                                        <p:attrNameLst>
                                          <p:attrName>style.visibility</p:attrName>
                                        </p:attrNameLst>
                                      </p:cBhvr>
                                      <p:to>
                                        <p:strVal val="visible"/>
                                      </p:to>
                                    </p:set>
                                    <p:anim calcmode="lin" valueType="num">
                                      <p:cBhvr additive="base">
                                        <p:cTn dur="1000"/>
                                        <p:tgtEl>
                                          <p:spTgt spid="11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t>
            </a:r>
            <a:r>
              <a:rPr lang="en">
                <a:solidFill>
                  <a:srgbClr val="FFD966"/>
                </a:solidFill>
              </a:rPr>
              <a:t>Architecture</a:t>
            </a:r>
            <a:endParaRPr>
              <a:solidFill>
                <a:srgbClr val="FFD966"/>
              </a:solidFill>
            </a:endParaRPr>
          </a:p>
        </p:txBody>
      </p:sp>
      <p:sp>
        <p:nvSpPr>
          <p:cNvPr id="122" name="Google Shape;122;p23"/>
          <p:cNvSpPr txBox="1"/>
          <p:nvPr>
            <p:ph idx="1" type="body"/>
          </p:nvPr>
        </p:nvSpPr>
        <p:spPr>
          <a:xfrm>
            <a:off x="270700" y="1027215"/>
            <a:ext cx="8520600" cy="3879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Employees connect securely from offices, factories, or remotely (</a:t>
            </a:r>
            <a:r>
              <a:rPr lang="en">
                <a:solidFill>
                  <a:srgbClr val="93C47D"/>
                </a:solidFill>
              </a:rPr>
              <a:t>VPN</a:t>
            </a:r>
            <a:r>
              <a:rPr lang="en"/>
              <a:t>, </a:t>
            </a:r>
            <a:r>
              <a:rPr lang="en">
                <a:solidFill>
                  <a:srgbClr val="93C47D"/>
                </a:solidFill>
              </a:rPr>
              <a:t>ZTNA</a:t>
            </a:r>
            <a:r>
              <a:rPr lang="en"/>
              <a:t>, </a:t>
            </a:r>
            <a:r>
              <a:rPr lang="en">
                <a:solidFill>
                  <a:srgbClr val="93C47D"/>
                </a:solidFill>
              </a:rPr>
              <a:t>SASE</a:t>
            </a:r>
            <a:r>
              <a:rPr lang="en"/>
              <a:t>) </a:t>
            </a:r>
            <a:r>
              <a:rPr lang="en">
                <a:solidFill>
                  <a:srgbClr val="FFD966"/>
                </a:solidFill>
              </a:rPr>
              <a:t>=&gt; Ensures who can connect and from where.</a:t>
            </a:r>
            <a:endParaRPr>
              <a:solidFill>
                <a:srgbClr val="FFD966"/>
              </a:solidFill>
            </a:endParaRPr>
          </a:p>
          <a:p>
            <a:pPr indent="-342900" lvl="0" marL="457200" rtl="0" algn="l">
              <a:spcBef>
                <a:spcPts val="0"/>
              </a:spcBef>
              <a:spcAft>
                <a:spcPts val="0"/>
              </a:spcAft>
              <a:buSzPts val="1800"/>
              <a:buAutoNum type="arabicPeriod"/>
            </a:pPr>
            <a:r>
              <a:rPr lang="en"/>
              <a:t>Secure access gateways which control entry into company systems (</a:t>
            </a:r>
            <a:r>
              <a:rPr lang="en">
                <a:solidFill>
                  <a:srgbClr val="93C47D"/>
                </a:solidFill>
              </a:rPr>
              <a:t>Firewalls</a:t>
            </a:r>
            <a:r>
              <a:rPr lang="en"/>
              <a:t>, </a:t>
            </a:r>
            <a:r>
              <a:rPr lang="en">
                <a:solidFill>
                  <a:srgbClr val="93C47D"/>
                </a:solidFill>
              </a:rPr>
              <a:t>Secure</a:t>
            </a:r>
            <a:r>
              <a:rPr lang="en"/>
              <a:t> </a:t>
            </a:r>
            <a:r>
              <a:rPr lang="en">
                <a:solidFill>
                  <a:srgbClr val="93C47D"/>
                </a:solidFill>
              </a:rPr>
              <a:t>Access</a:t>
            </a:r>
            <a:r>
              <a:rPr lang="en"/>
              <a:t> </a:t>
            </a:r>
            <a:r>
              <a:rPr lang="en">
                <a:solidFill>
                  <a:srgbClr val="93C47D"/>
                </a:solidFill>
              </a:rPr>
              <a:t>Gateways</a:t>
            </a:r>
            <a:r>
              <a:rPr lang="en"/>
              <a:t>) </a:t>
            </a:r>
            <a:r>
              <a:rPr lang="en">
                <a:solidFill>
                  <a:srgbClr val="FFD966"/>
                </a:solidFill>
              </a:rPr>
              <a:t>=&gt; </a:t>
            </a:r>
            <a:r>
              <a:rPr lang="en">
                <a:solidFill>
                  <a:srgbClr val="FFD966"/>
                </a:solidFill>
              </a:rPr>
              <a:t>Ensures what is allowed to pass through.</a:t>
            </a:r>
            <a:endParaRPr>
              <a:solidFill>
                <a:srgbClr val="FFD966"/>
              </a:solidFill>
            </a:endParaRPr>
          </a:p>
          <a:p>
            <a:pPr indent="-342900" lvl="0" marL="457200" rtl="0" algn="l">
              <a:spcBef>
                <a:spcPts val="0"/>
              </a:spcBef>
              <a:spcAft>
                <a:spcPts val="0"/>
              </a:spcAft>
              <a:buSzPts val="1800"/>
              <a:buAutoNum type="arabicPeriod"/>
            </a:pPr>
            <a:r>
              <a:rPr lang="en"/>
              <a:t>V</a:t>
            </a:r>
            <a:r>
              <a:rPr lang="en"/>
              <a:t>erify users and roles through </a:t>
            </a:r>
            <a:r>
              <a:rPr lang="en"/>
              <a:t>Identity and access management (</a:t>
            </a:r>
            <a:r>
              <a:rPr lang="en">
                <a:solidFill>
                  <a:srgbClr val="93C47D"/>
                </a:solidFill>
              </a:rPr>
              <a:t>IAM</a:t>
            </a:r>
            <a:r>
              <a:rPr lang="en"/>
              <a:t>, </a:t>
            </a:r>
            <a:r>
              <a:rPr lang="en">
                <a:solidFill>
                  <a:srgbClr val="93C47D"/>
                </a:solidFill>
              </a:rPr>
              <a:t>SSO</a:t>
            </a:r>
            <a:r>
              <a:rPr lang="en"/>
              <a:t>, </a:t>
            </a:r>
            <a:r>
              <a:rPr lang="en">
                <a:solidFill>
                  <a:srgbClr val="93C47D"/>
                </a:solidFill>
              </a:rPr>
              <a:t>MFA</a:t>
            </a:r>
            <a:r>
              <a:rPr lang="en"/>
              <a:t>, </a:t>
            </a:r>
            <a:r>
              <a:rPr lang="en">
                <a:solidFill>
                  <a:srgbClr val="93C47D"/>
                </a:solidFill>
              </a:rPr>
              <a:t>RBAC</a:t>
            </a:r>
            <a:r>
              <a:rPr lang="en"/>
              <a:t>) </a:t>
            </a:r>
            <a:r>
              <a:rPr lang="en"/>
              <a:t> </a:t>
            </a:r>
            <a:r>
              <a:rPr lang="en">
                <a:solidFill>
                  <a:srgbClr val="FFD966"/>
                </a:solidFill>
              </a:rPr>
              <a:t>=&gt; Ensures right </a:t>
            </a:r>
            <a:r>
              <a:rPr i="1" lang="en" u="sng">
                <a:solidFill>
                  <a:srgbClr val="FFD966"/>
                </a:solidFill>
              </a:rPr>
              <a:t>people</a:t>
            </a:r>
            <a:r>
              <a:rPr lang="en">
                <a:solidFill>
                  <a:srgbClr val="FFD966"/>
                </a:solidFill>
              </a:rPr>
              <a:t> get right </a:t>
            </a:r>
            <a:r>
              <a:rPr i="1" lang="en" u="sng">
                <a:solidFill>
                  <a:srgbClr val="FFD966"/>
                </a:solidFill>
              </a:rPr>
              <a:t>access</a:t>
            </a:r>
            <a:r>
              <a:rPr lang="en">
                <a:solidFill>
                  <a:srgbClr val="FFD966"/>
                </a:solidFill>
              </a:rPr>
              <a:t> to right </a:t>
            </a:r>
            <a:r>
              <a:rPr i="1" lang="en" u="sng">
                <a:solidFill>
                  <a:srgbClr val="FFD966"/>
                </a:solidFill>
              </a:rPr>
              <a:t>resources</a:t>
            </a:r>
            <a:r>
              <a:rPr lang="en">
                <a:solidFill>
                  <a:srgbClr val="FFD966"/>
                </a:solidFill>
              </a:rPr>
              <a:t> at right </a:t>
            </a:r>
            <a:r>
              <a:rPr i="1" lang="en" u="sng">
                <a:solidFill>
                  <a:srgbClr val="FFD966"/>
                </a:solidFill>
              </a:rPr>
              <a:t>time</a:t>
            </a:r>
            <a:r>
              <a:rPr lang="en">
                <a:solidFill>
                  <a:srgbClr val="FFD966"/>
                </a:solidFill>
              </a:rPr>
              <a:t>.</a:t>
            </a:r>
            <a:endParaRPr>
              <a:solidFill>
                <a:srgbClr val="FFD966"/>
              </a:solidFill>
            </a:endParaRPr>
          </a:p>
          <a:p>
            <a:pPr indent="-342900" lvl="0" marL="457200" rtl="0" algn="l">
              <a:spcBef>
                <a:spcPts val="0"/>
              </a:spcBef>
              <a:spcAft>
                <a:spcPts val="0"/>
              </a:spcAft>
              <a:buSzPts val="1800"/>
              <a:buAutoNum type="arabicPeriod"/>
            </a:pPr>
            <a:r>
              <a:rPr lang="en"/>
              <a:t>Check devices for security before access is allowed (</a:t>
            </a:r>
            <a:r>
              <a:rPr lang="en">
                <a:solidFill>
                  <a:srgbClr val="93C47D"/>
                </a:solidFill>
              </a:rPr>
              <a:t>Endpoint Security</a:t>
            </a:r>
            <a:r>
              <a:rPr lang="en"/>
              <a:t>, </a:t>
            </a:r>
            <a:r>
              <a:rPr lang="en">
                <a:solidFill>
                  <a:srgbClr val="93C47D"/>
                </a:solidFill>
              </a:rPr>
              <a:t>EDR</a:t>
            </a:r>
            <a:r>
              <a:rPr lang="en"/>
              <a:t>, </a:t>
            </a:r>
            <a:r>
              <a:rPr lang="en">
                <a:solidFill>
                  <a:srgbClr val="93C47D"/>
                </a:solidFill>
              </a:rPr>
              <a:t>MDM</a:t>
            </a:r>
            <a:r>
              <a:rPr lang="en"/>
              <a:t>, </a:t>
            </a:r>
            <a:r>
              <a:rPr lang="en">
                <a:solidFill>
                  <a:srgbClr val="93C47D"/>
                </a:solidFill>
              </a:rPr>
              <a:t>Device Posture Check</a:t>
            </a:r>
            <a:r>
              <a:rPr lang="en"/>
              <a:t>) </a:t>
            </a:r>
            <a:r>
              <a:rPr lang="en">
                <a:solidFill>
                  <a:srgbClr val="FFD966"/>
                </a:solidFill>
              </a:rPr>
              <a:t>=&gt; Ensures only healthy devices are allowed.</a:t>
            </a:r>
            <a:endParaRPr/>
          </a:p>
          <a:p>
            <a:pPr indent="-342900" lvl="0" marL="457200" rtl="0" algn="l">
              <a:spcBef>
                <a:spcPts val="0"/>
              </a:spcBef>
              <a:spcAft>
                <a:spcPts val="0"/>
              </a:spcAft>
              <a:buSzPts val="1800"/>
              <a:buAutoNum type="arabicPeriod"/>
            </a:pPr>
            <a:r>
              <a:rPr lang="en"/>
              <a:t>Segment Internal networks. (</a:t>
            </a:r>
            <a:r>
              <a:rPr lang="en">
                <a:solidFill>
                  <a:srgbClr val="93C47D"/>
                </a:solidFill>
              </a:rPr>
              <a:t>Network Segmentation</a:t>
            </a:r>
            <a:r>
              <a:rPr lang="en"/>
              <a:t>, </a:t>
            </a:r>
            <a:r>
              <a:rPr lang="en">
                <a:solidFill>
                  <a:srgbClr val="93C47D"/>
                </a:solidFill>
              </a:rPr>
              <a:t>Micro-segmentation</a:t>
            </a:r>
            <a:r>
              <a:rPr lang="en"/>
              <a:t>) </a:t>
            </a:r>
            <a:r>
              <a:rPr lang="en">
                <a:solidFill>
                  <a:srgbClr val="FFD966"/>
                </a:solidFill>
              </a:rPr>
              <a:t>=&gt; Limits how far an Attacker can move inside the system after a successful attack. </a:t>
            </a:r>
            <a:endParaRPr/>
          </a:p>
          <a:p>
            <a:pPr indent="-342900" lvl="0" marL="457200" rtl="0" algn="l">
              <a:spcBef>
                <a:spcPts val="0"/>
              </a:spcBef>
              <a:spcAft>
                <a:spcPts val="0"/>
              </a:spcAft>
              <a:buSzPts val="1800"/>
              <a:buAutoNum type="arabicPeriod"/>
            </a:pPr>
            <a:r>
              <a:rPr lang="en"/>
              <a:t>Monitor centrally,  collects logs and detect threats across locations (</a:t>
            </a:r>
            <a:r>
              <a:rPr lang="en">
                <a:solidFill>
                  <a:srgbClr val="93C47D"/>
                </a:solidFill>
              </a:rPr>
              <a:t>SIEM</a:t>
            </a:r>
            <a:r>
              <a:rPr lang="en"/>
              <a:t>, </a:t>
            </a:r>
            <a:r>
              <a:rPr lang="en">
                <a:solidFill>
                  <a:srgbClr val="93C47D"/>
                </a:solidFill>
              </a:rPr>
              <a:t>SOC</a:t>
            </a:r>
            <a:r>
              <a:rPr lang="en"/>
              <a:t>, </a:t>
            </a:r>
            <a:r>
              <a:rPr lang="en">
                <a:solidFill>
                  <a:srgbClr val="93C47D"/>
                </a:solidFill>
              </a:rPr>
              <a:t>SOAR</a:t>
            </a:r>
            <a:r>
              <a:rPr lang="en"/>
              <a:t>) </a:t>
            </a:r>
            <a:r>
              <a:rPr lang="en">
                <a:solidFill>
                  <a:srgbClr val="FFD966"/>
                </a:solidFill>
              </a:rPr>
              <a:t>=&gt; Enables fast detection and response to security incidents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2">
                                            <p:txEl>
                                              <p:pRg end="0" st="0"/>
                                            </p:txEl>
                                          </p:spTgt>
                                        </p:tgtEl>
                                        <p:attrNameLst>
                                          <p:attrName>style.visibility</p:attrName>
                                        </p:attrNameLst>
                                      </p:cBhvr>
                                      <p:to>
                                        <p:strVal val="visible"/>
                                      </p:to>
                                    </p:set>
                                    <p:anim calcmode="lin" valueType="num">
                                      <p:cBhvr additive="base">
                                        <p:cTn dur="1000"/>
                                        <p:tgtEl>
                                          <p:spTgt spid="12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2">
                                            <p:txEl>
                                              <p:pRg end="1" st="1"/>
                                            </p:txEl>
                                          </p:spTgt>
                                        </p:tgtEl>
                                        <p:attrNameLst>
                                          <p:attrName>style.visibility</p:attrName>
                                        </p:attrNameLst>
                                      </p:cBhvr>
                                      <p:to>
                                        <p:strVal val="visible"/>
                                      </p:to>
                                    </p:set>
                                    <p:anim calcmode="lin" valueType="num">
                                      <p:cBhvr additive="base">
                                        <p:cTn dur="1000"/>
                                        <p:tgtEl>
                                          <p:spTgt spid="12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2">
                                            <p:txEl>
                                              <p:pRg end="2" st="2"/>
                                            </p:txEl>
                                          </p:spTgt>
                                        </p:tgtEl>
                                        <p:attrNameLst>
                                          <p:attrName>style.visibility</p:attrName>
                                        </p:attrNameLst>
                                      </p:cBhvr>
                                      <p:to>
                                        <p:strVal val="visible"/>
                                      </p:to>
                                    </p:set>
                                    <p:anim calcmode="lin" valueType="num">
                                      <p:cBhvr additive="base">
                                        <p:cTn dur="1000"/>
                                        <p:tgtEl>
                                          <p:spTgt spid="12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2">
                                            <p:txEl>
                                              <p:pRg end="3" st="3"/>
                                            </p:txEl>
                                          </p:spTgt>
                                        </p:tgtEl>
                                        <p:attrNameLst>
                                          <p:attrName>style.visibility</p:attrName>
                                        </p:attrNameLst>
                                      </p:cBhvr>
                                      <p:to>
                                        <p:strVal val="visible"/>
                                      </p:to>
                                    </p:set>
                                    <p:anim calcmode="lin" valueType="num">
                                      <p:cBhvr additive="base">
                                        <p:cTn dur="1000"/>
                                        <p:tgtEl>
                                          <p:spTgt spid="12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2">
                                            <p:txEl>
                                              <p:pRg end="4" st="4"/>
                                            </p:txEl>
                                          </p:spTgt>
                                        </p:tgtEl>
                                        <p:attrNameLst>
                                          <p:attrName>style.visibility</p:attrName>
                                        </p:attrNameLst>
                                      </p:cBhvr>
                                      <p:to>
                                        <p:strVal val="visible"/>
                                      </p:to>
                                    </p:set>
                                    <p:anim calcmode="lin" valueType="num">
                                      <p:cBhvr additive="base">
                                        <p:cTn dur="1000"/>
                                        <p:tgtEl>
                                          <p:spTgt spid="12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2">
                                            <p:txEl>
                                              <p:pRg end="5" st="5"/>
                                            </p:txEl>
                                          </p:spTgt>
                                        </p:tgtEl>
                                        <p:attrNameLst>
                                          <p:attrName>style.visibility</p:attrName>
                                        </p:attrNameLst>
                                      </p:cBhvr>
                                      <p:to>
                                        <p:strVal val="visible"/>
                                      </p:to>
                                    </p:set>
                                    <p:anim calcmode="lin" valueType="num">
                                      <p:cBhvr additive="base">
                                        <p:cTn dur="1000"/>
                                        <p:tgtEl>
                                          <p:spTgt spid="122">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4"/>
          <p:cNvSpPr txBox="1"/>
          <p:nvPr>
            <p:ph type="title"/>
          </p:nvPr>
        </p:nvSpPr>
        <p:spPr>
          <a:xfrm>
            <a:off x="131245" y="216150"/>
            <a:ext cx="4306500" cy="471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t>This </a:t>
            </a:r>
            <a:r>
              <a:rPr lang="en" sz="3000">
                <a:solidFill>
                  <a:srgbClr val="FFD966"/>
                </a:solidFill>
              </a:rPr>
              <a:t>architecture</a:t>
            </a:r>
            <a:r>
              <a:rPr lang="en" sz="3000"/>
              <a:t> protects</a:t>
            </a:r>
            <a:br>
              <a:rPr lang="en" sz="3000"/>
            </a:br>
            <a:br>
              <a:rPr lang="en" sz="3000"/>
            </a:br>
            <a:r>
              <a:rPr lang="en" sz="3000"/>
              <a:t>Large, global organization </a:t>
            </a:r>
            <a:endParaRPr sz="3000"/>
          </a:p>
          <a:p>
            <a:pPr indent="0" lvl="0" marL="0" rtl="0" algn="ctr">
              <a:spcBef>
                <a:spcPts val="0"/>
              </a:spcBef>
              <a:spcAft>
                <a:spcPts val="0"/>
              </a:spcAft>
              <a:buNone/>
            </a:pPr>
            <a:r>
              <a:t/>
            </a:r>
            <a:endParaRPr sz="3000"/>
          </a:p>
          <a:p>
            <a:pPr indent="0" lvl="0" marL="0" rtl="0" algn="ctr">
              <a:spcBef>
                <a:spcPts val="0"/>
              </a:spcBef>
              <a:spcAft>
                <a:spcPts val="0"/>
              </a:spcAft>
              <a:buNone/>
            </a:pPr>
            <a:r>
              <a:rPr lang="en" sz="3000"/>
              <a:t>By checking  </a:t>
            </a:r>
            <a:br>
              <a:rPr lang="en" sz="3000"/>
            </a:br>
            <a:endParaRPr sz="3000"/>
          </a:p>
          <a:p>
            <a:pPr indent="-419100" lvl="0" marL="457200" rtl="0" algn="ctr">
              <a:spcBef>
                <a:spcPts val="0"/>
              </a:spcBef>
              <a:spcAft>
                <a:spcPts val="0"/>
              </a:spcAft>
              <a:buSzPts val="3000"/>
              <a:buAutoNum type="arabicPeriod"/>
            </a:pPr>
            <a:r>
              <a:rPr lang="en" sz="3000"/>
              <a:t>Every </a:t>
            </a:r>
            <a:r>
              <a:rPr lang="en" sz="3000">
                <a:solidFill>
                  <a:srgbClr val="C27BA0"/>
                </a:solidFill>
              </a:rPr>
              <a:t>User</a:t>
            </a:r>
            <a:endParaRPr sz="3000">
              <a:solidFill>
                <a:srgbClr val="C27BA0"/>
              </a:solidFill>
            </a:endParaRPr>
          </a:p>
          <a:p>
            <a:pPr indent="-419100" lvl="0" marL="457200" rtl="0" algn="ctr">
              <a:spcBef>
                <a:spcPts val="0"/>
              </a:spcBef>
              <a:spcAft>
                <a:spcPts val="0"/>
              </a:spcAft>
              <a:buSzPts val="3000"/>
              <a:buAutoNum type="arabicPeriod"/>
            </a:pPr>
            <a:r>
              <a:rPr lang="en" sz="3000"/>
              <a:t>Securing every </a:t>
            </a:r>
            <a:r>
              <a:rPr lang="en" sz="3000">
                <a:solidFill>
                  <a:srgbClr val="C27BA0"/>
                </a:solidFill>
              </a:rPr>
              <a:t>Device</a:t>
            </a:r>
            <a:endParaRPr sz="3000">
              <a:solidFill>
                <a:srgbClr val="C27BA0"/>
              </a:solidFill>
            </a:endParaRPr>
          </a:p>
          <a:p>
            <a:pPr indent="-419100" lvl="0" marL="457200" rtl="0" algn="ctr">
              <a:spcBef>
                <a:spcPts val="0"/>
              </a:spcBef>
              <a:spcAft>
                <a:spcPts val="0"/>
              </a:spcAft>
              <a:buSzPts val="3000"/>
              <a:buAutoNum type="arabicPeriod"/>
            </a:pPr>
            <a:r>
              <a:rPr lang="en" sz="3000">
                <a:solidFill>
                  <a:srgbClr val="93C47D"/>
                </a:solidFill>
              </a:rPr>
              <a:t>Monitor</a:t>
            </a:r>
            <a:r>
              <a:rPr lang="en" sz="3000">
                <a:solidFill>
                  <a:srgbClr val="93C47D"/>
                </a:solidFill>
              </a:rPr>
              <a:t>ing</a:t>
            </a:r>
            <a:r>
              <a:rPr lang="en" sz="3000"/>
              <a:t> Continuously</a:t>
            </a:r>
            <a:endParaRPr sz="3000"/>
          </a:p>
        </p:txBody>
      </p:sp>
      <p:pic>
        <p:nvPicPr>
          <p:cNvPr id="128" name="Google Shape;128;p24" title="2.jpg"/>
          <p:cNvPicPr preferRelativeResize="0"/>
          <p:nvPr/>
        </p:nvPicPr>
        <p:blipFill rotWithShape="1">
          <a:blip r:embed="rId4">
            <a:alphaModFix/>
          </a:blip>
          <a:srcRect b="0" l="5555" r="5555" t="0"/>
          <a:stretch/>
        </p:blipFill>
        <p:spPr>
          <a:xfrm>
            <a:off x="4572000" y="0"/>
            <a:ext cx="4571999" cy="5143501"/>
          </a:xfrm>
          <a:prstGeom prst="rect">
            <a:avLst/>
          </a:prstGeom>
          <a:noFill/>
          <a:ln>
            <a:noFill/>
          </a:ln>
        </p:spPr>
      </p:pic>
      <p:sp>
        <p:nvSpPr>
          <p:cNvPr id="129" name="Google Shape;129;p24"/>
          <p:cNvSpPr/>
          <p:nvPr/>
        </p:nvSpPr>
        <p:spPr>
          <a:xfrm>
            <a:off x="2034295" y="1012700"/>
            <a:ext cx="500400" cy="360900"/>
          </a:xfrm>
          <a:prstGeom prst="downArrow">
            <a:avLst>
              <a:gd fmla="val 50000" name="adj1"/>
              <a:gd fmla="val 50000" name="adj2"/>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30" name="Google Shape;130;p24"/>
          <p:cNvSpPr/>
          <p:nvPr/>
        </p:nvSpPr>
        <p:spPr>
          <a:xfrm>
            <a:off x="2058895" y="1958950"/>
            <a:ext cx="451200" cy="329700"/>
          </a:xfrm>
          <a:prstGeom prst="downArrow">
            <a:avLst>
              <a:gd fmla="val 50000" name="adj1"/>
              <a:gd fmla="val 50000" name="adj2"/>
            </a:avLst>
          </a:prstGeom>
          <a:solidFill>
            <a:srgbClr val="C27BA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31" name="Google Shape;131;p24"/>
          <p:cNvSpPr/>
          <p:nvPr/>
        </p:nvSpPr>
        <p:spPr>
          <a:xfrm>
            <a:off x="2075245" y="2874000"/>
            <a:ext cx="418500" cy="269400"/>
          </a:xfrm>
          <a:prstGeom prst="downArrow">
            <a:avLst>
              <a:gd fmla="val 50000" name="adj1"/>
              <a:gd fmla="val 50000" name="adj2"/>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2000"/>
                                        <p:tgtEl>
                                          <p:spTgt spid="12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1500"/>
                                        <p:tgtEl>
                                          <p:spTgt spid="130"/>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1500"/>
                                        <p:tgtEl>
                                          <p:spTgt spid="1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type="title"/>
          </p:nvPr>
        </p:nvSpPr>
        <p:spPr>
          <a:xfrm>
            <a:off x="490250" y="526350"/>
            <a:ext cx="8344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4200"/>
              <a:t>Part 3: </a:t>
            </a:r>
            <a:endParaRPr b="1" sz="4200"/>
          </a:p>
          <a:p>
            <a:pPr indent="0" lvl="0" marL="0" rtl="0" algn="l">
              <a:spcBef>
                <a:spcPts val="0"/>
              </a:spcBef>
              <a:spcAft>
                <a:spcPts val="0"/>
              </a:spcAft>
              <a:buNone/>
            </a:pPr>
            <a:r>
              <a:rPr lang="en" sz="4200"/>
              <a:t>Contemporary Security Architecture for </a:t>
            </a:r>
            <a:r>
              <a:rPr lang="en" sz="4200">
                <a:solidFill>
                  <a:srgbClr val="741B47"/>
                </a:solidFill>
              </a:rPr>
              <a:t>India as a Country</a:t>
            </a:r>
            <a:endParaRPr sz="4200">
              <a:solidFill>
                <a:srgbClr val="741B47"/>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National Threat Landscape</a:t>
            </a:r>
            <a:endParaRPr/>
          </a:p>
        </p:txBody>
      </p:sp>
      <p:sp>
        <p:nvSpPr>
          <p:cNvPr id="142" name="Google Shape;142;p26"/>
          <p:cNvSpPr txBox="1"/>
          <p:nvPr>
            <p:ph idx="1" type="body"/>
          </p:nvPr>
        </p:nvSpPr>
        <p:spPr>
          <a:xfrm>
            <a:off x="311700" y="1152475"/>
            <a:ext cx="8520600" cy="3751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Char char="●"/>
            </a:pPr>
            <a:r>
              <a:rPr lang="en">
                <a:solidFill>
                  <a:schemeClr val="dk1"/>
                </a:solidFill>
              </a:rPr>
              <a:t>Threats/Challenges</a:t>
            </a:r>
            <a:endParaRPr>
              <a:solidFill>
                <a:schemeClr val="dk1"/>
              </a:solidFill>
            </a:endParaRPr>
          </a:p>
          <a:p>
            <a:pPr indent="-342900" lvl="1" marL="914400" rtl="0" algn="l">
              <a:lnSpc>
                <a:spcPct val="115000"/>
              </a:lnSpc>
              <a:spcBef>
                <a:spcPts val="0"/>
              </a:spcBef>
              <a:spcAft>
                <a:spcPts val="0"/>
              </a:spcAft>
              <a:buClr>
                <a:srgbClr val="C27BA0"/>
              </a:buClr>
              <a:buSzPts val="1800"/>
              <a:buChar char="○"/>
            </a:pPr>
            <a:r>
              <a:rPr lang="en" sz="1800">
                <a:solidFill>
                  <a:srgbClr val="C27BA0"/>
                </a:solidFill>
              </a:rPr>
              <a:t>S</a:t>
            </a:r>
            <a:r>
              <a:rPr lang="en" sz="1800">
                <a:solidFill>
                  <a:srgbClr val="C27BA0"/>
                </a:solidFill>
              </a:rPr>
              <a:t>tate-sponsored attacks &amp; cyber warfare.</a:t>
            </a:r>
            <a:endParaRPr sz="1800">
              <a:solidFill>
                <a:srgbClr val="C27BA0"/>
              </a:solidFill>
            </a:endParaRPr>
          </a:p>
          <a:p>
            <a:pPr indent="-342900" lvl="2" marL="1371600" rtl="0" algn="l">
              <a:lnSpc>
                <a:spcPct val="115000"/>
              </a:lnSpc>
              <a:spcBef>
                <a:spcPts val="0"/>
              </a:spcBef>
              <a:spcAft>
                <a:spcPts val="0"/>
              </a:spcAft>
              <a:buClr>
                <a:schemeClr val="dk1"/>
              </a:buClr>
              <a:buSzPts val="1800"/>
              <a:buChar char="■"/>
            </a:pPr>
            <a:r>
              <a:rPr lang="en" sz="1800">
                <a:solidFill>
                  <a:schemeClr val="dk1"/>
                </a:solidFill>
              </a:rPr>
              <a:t>Lebanon electronic device attacks 2024</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rgbClr val="C27BA0"/>
                </a:solidFill>
              </a:rPr>
              <a:t>Critical infrastructure attacks</a:t>
            </a:r>
            <a:r>
              <a:rPr lang="en" sz="1800">
                <a:solidFill>
                  <a:schemeClr val="dk1"/>
                </a:solidFill>
              </a:rPr>
              <a:t> (banking, telecom, transport, health, power)</a:t>
            </a:r>
            <a:endParaRPr sz="1800">
              <a:solidFill>
                <a:schemeClr val="dk1"/>
              </a:solidFill>
            </a:endParaRPr>
          </a:p>
          <a:p>
            <a:pPr indent="-342900" lvl="1" marL="914400" rtl="0" algn="l">
              <a:lnSpc>
                <a:spcPct val="115000"/>
              </a:lnSpc>
              <a:spcBef>
                <a:spcPts val="0"/>
              </a:spcBef>
              <a:spcAft>
                <a:spcPts val="0"/>
              </a:spcAft>
              <a:buClr>
                <a:srgbClr val="C27BA0"/>
              </a:buClr>
              <a:buSzPts val="1800"/>
              <a:buChar char="○"/>
            </a:pPr>
            <a:r>
              <a:rPr lang="en" sz="1800">
                <a:solidFill>
                  <a:srgbClr val="C27BA0"/>
                </a:solidFill>
              </a:rPr>
              <a:t>Financial cybercrime and ransomware</a:t>
            </a:r>
            <a:endParaRPr sz="1800">
              <a:solidFill>
                <a:srgbClr val="C27BA0"/>
              </a:solidFill>
            </a:endParaRPr>
          </a:p>
          <a:p>
            <a:pPr indent="-342900" lvl="2" marL="1371600" rtl="0" algn="l">
              <a:lnSpc>
                <a:spcPct val="115000"/>
              </a:lnSpc>
              <a:spcBef>
                <a:spcPts val="0"/>
              </a:spcBef>
              <a:spcAft>
                <a:spcPts val="0"/>
              </a:spcAft>
              <a:buClr>
                <a:schemeClr val="dk1"/>
              </a:buClr>
              <a:buSzPts val="1800"/>
              <a:buChar char="■"/>
            </a:pPr>
            <a:r>
              <a:rPr lang="en" sz="1800">
                <a:solidFill>
                  <a:schemeClr val="dk1"/>
                </a:solidFill>
              </a:rPr>
              <a:t>AIIMS Delhi &amp; ICMR attack. patient details locked, demanded ransom</a:t>
            </a:r>
            <a:endParaRPr sz="1800">
              <a:solidFill>
                <a:schemeClr val="dk1"/>
              </a:solidFill>
            </a:endParaRPr>
          </a:p>
          <a:p>
            <a:pPr indent="-342900" lvl="1" marL="914400" rtl="0" algn="l">
              <a:lnSpc>
                <a:spcPct val="115000"/>
              </a:lnSpc>
              <a:spcBef>
                <a:spcPts val="0"/>
              </a:spcBef>
              <a:spcAft>
                <a:spcPts val="0"/>
              </a:spcAft>
              <a:buClr>
                <a:srgbClr val="C27BA0"/>
              </a:buClr>
              <a:buSzPts val="1800"/>
              <a:buChar char="○"/>
            </a:pPr>
            <a:r>
              <a:rPr lang="en" sz="1800">
                <a:solidFill>
                  <a:srgbClr val="C27BA0"/>
                </a:solidFill>
              </a:rPr>
              <a:t>Disinformation</a:t>
            </a:r>
            <a:r>
              <a:rPr lang="en" sz="1800">
                <a:solidFill>
                  <a:srgbClr val="C27BA0"/>
                </a:solidFill>
              </a:rPr>
              <a:t>, Lack of digital literacy &amp; </a:t>
            </a:r>
            <a:r>
              <a:rPr lang="en" sz="1800">
                <a:solidFill>
                  <a:srgbClr val="C27BA0"/>
                </a:solidFill>
              </a:rPr>
              <a:t>awareness</a:t>
            </a:r>
            <a:endParaRPr sz="1800">
              <a:solidFill>
                <a:srgbClr val="C27BA0"/>
              </a:solidFill>
            </a:endParaRPr>
          </a:p>
          <a:p>
            <a:pPr indent="-342900" lvl="2" marL="1371600" rtl="0" algn="l">
              <a:lnSpc>
                <a:spcPct val="115000"/>
              </a:lnSpc>
              <a:spcBef>
                <a:spcPts val="0"/>
              </a:spcBef>
              <a:spcAft>
                <a:spcPts val="0"/>
              </a:spcAft>
              <a:buClr>
                <a:schemeClr val="dk1"/>
              </a:buClr>
              <a:buSzPts val="1800"/>
              <a:buChar char="■"/>
            </a:pPr>
            <a:r>
              <a:rPr lang="en" sz="1800">
                <a:solidFill>
                  <a:schemeClr val="dk1"/>
                </a:solidFill>
              </a:rPr>
              <a:t>Through Deep Fakes, phishing attacks etc.</a:t>
            </a:r>
            <a:endParaRPr sz="1800">
              <a:solidFill>
                <a:schemeClr val="dk1"/>
              </a:solidFill>
            </a:endParaRPr>
          </a:p>
          <a:p>
            <a:pPr indent="-342900" lvl="1" marL="914400" rtl="0" algn="l">
              <a:lnSpc>
                <a:spcPct val="115000"/>
              </a:lnSpc>
              <a:spcBef>
                <a:spcPts val="0"/>
              </a:spcBef>
              <a:spcAft>
                <a:spcPts val="0"/>
              </a:spcAft>
              <a:buClr>
                <a:srgbClr val="C27BA0"/>
              </a:buClr>
              <a:buSzPts val="1800"/>
              <a:buChar char="○"/>
            </a:pPr>
            <a:r>
              <a:rPr lang="en" sz="1800">
                <a:solidFill>
                  <a:srgbClr val="C27BA0"/>
                </a:solidFill>
              </a:rPr>
              <a:t>Data Colonization</a:t>
            </a:r>
            <a:endParaRPr sz="1800">
              <a:solidFill>
                <a:srgbClr val="C27BA0"/>
              </a:solidFill>
            </a:endParaRPr>
          </a:p>
          <a:p>
            <a:pPr indent="-342900" lvl="2" marL="1371600" rtl="0" algn="l">
              <a:lnSpc>
                <a:spcPct val="115000"/>
              </a:lnSpc>
              <a:spcBef>
                <a:spcPts val="0"/>
              </a:spcBef>
              <a:spcAft>
                <a:spcPts val="0"/>
              </a:spcAft>
              <a:buClr>
                <a:schemeClr val="dk1"/>
              </a:buClr>
              <a:buSzPts val="1800"/>
              <a:buChar char="■"/>
            </a:pPr>
            <a:r>
              <a:rPr lang="en" sz="1800">
                <a:solidFill>
                  <a:schemeClr val="dk1"/>
                </a:solidFill>
              </a:rPr>
              <a:t>Supreme court whatsapp case</a:t>
            </a:r>
            <a:endParaRPr sz="1800">
              <a:solidFill>
                <a:schemeClr val="dk1"/>
              </a:solidFill>
            </a:endParaRPr>
          </a:p>
          <a:p>
            <a:pPr indent="0" lvl="0" marL="0" rtl="0" algn="l">
              <a:lnSpc>
                <a:spcPct val="115000"/>
              </a:lnSpc>
              <a:spcBef>
                <a:spcPts val="1600"/>
              </a:spcBef>
              <a:spcAft>
                <a:spcPts val="1600"/>
              </a:spcAft>
              <a:buNone/>
            </a:pPr>
            <a:r>
              <a:t/>
            </a:r>
            <a:endParaRPr sz="18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Core Institutions in India’s Cybersecurity Architecture</a:t>
            </a:r>
            <a:endParaRPr/>
          </a:p>
        </p:txBody>
      </p:sp>
      <p:sp>
        <p:nvSpPr>
          <p:cNvPr id="148" name="Google Shape;148;p27"/>
          <p:cNvSpPr txBox="1"/>
          <p:nvPr>
            <p:ph idx="1" type="body"/>
          </p:nvPr>
        </p:nvSpPr>
        <p:spPr>
          <a:xfrm>
            <a:off x="311700" y="1152475"/>
            <a:ext cx="8520600" cy="37341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Char char="●"/>
            </a:pPr>
            <a:r>
              <a:rPr lang="en">
                <a:solidFill>
                  <a:srgbClr val="93C47D"/>
                </a:solidFill>
              </a:rPr>
              <a:t>CERT-In</a:t>
            </a:r>
            <a:r>
              <a:rPr lang="en">
                <a:solidFill>
                  <a:srgbClr val="93C47D"/>
                </a:solidFill>
              </a:rPr>
              <a:t> </a:t>
            </a:r>
            <a:r>
              <a:rPr lang="en">
                <a:solidFill>
                  <a:schemeClr val="dk1"/>
                </a:solidFill>
              </a:rPr>
              <a:t>(Indian Computer Emergency Response Team)</a:t>
            </a:r>
            <a:endParaRPr>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Cyber </a:t>
            </a:r>
            <a:r>
              <a:rPr lang="en" sz="1800">
                <a:solidFill>
                  <a:srgbClr val="FFD966"/>
                </a:solidFill>
              </a:rPr>
              <a:t>incident Response &amp; Prevention</a:t>
            </a:r>
            <a:endParaRPr sz="1800">
              <a:solidFill>
                <a:srgbClr val="FFD966"/>
              </a:solidFill>
            </a:endParaRPr>
          </a:p>
          <a:p>
            <a:pPr indent="-342900" lvl="1" marL="914400" rtl="0" algn="l">
              <a:lnSpc>
                <a:spcPct val="115000"/>
              </a:lnSpc>
              <a:spcBef>
                <a:spcPts val="0"/>
              </a:spcBef>
              <a:spcAft>
                <a:spcPts val="0"/>
              </a:spcAft>
              <a:buClr>
                <a:schemeClr val="dk1"/>
              </a:buClr>
              <a:buSzPts val="1800"/>
              <a:buChar char="○"/>
            </a:pPr>
            <a:r>
              <a:rPr lang="en" sz="1800">
                <a:solidFill>
                  <a:srgbClr val="FFD966"/>
                </a:solidFill>
              </a:rPr>
              <a:t>Issues alerts, guidelines and advisories</a:t>
            </a:r>
            <a:r>
              <a:rPr lang="en" sz="1800">
                <a:solidFill>
                  <a:schemeClr val="dk1"/>
                </a:solidFill>
              </a:rPr>
              <a:t> regarding vulnerabilities to prevent cyber attacks.</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b="1" lang="en" sz="1800">
                <a:solidFill>
                  <a:srgbClr val="FFD966"/>
                </a:solidFill>
              </a:rPr>
              <a:t>Cyber Swacchta Kendra</a:t>
            </a:r>
            <a:r>
              <a:rPr b="1" lang="en" sz="1800">
                <a:solidFill>
                  <a:schemeClr val="dk1"/>
                </a:solidFill>
              </a:rPr>
              <a:t>:</a:t>
            </a:r>
            <a:r>
              <a:rPr lang="en" sz="1800">
                <a:solidFill>
                  <a:schemeClr val="dk1"/>
                </a:solidFill>
              </a:rPr>
              <a:t> Botnet Cleaning and Malware Analysis Centre</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nationwide cyber-security awareness; </a:t>
            </a:r>
            <a:r>
              <a:rPr b="1" lang="en" sz="1800">
                <a:solidFill>
                  <a:srgbClr val="FFD966"/>
                </a:solidFill>
              </a:rPr>
              <a:t>cyber jagrookta diwas</a:t>
            </a:r>
            <a:r>
              <a:rPr lang="en" sz="1800">
                <a:solidFill>
                  <a:schemeClr val="dk1"/>
                </a:solidFill>
              </a:rPr>
              <a:t> etc.</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In April 2022, CERT-In issued mandatory directions to strengthen the cybersecurity ecosystem like:</a:t>
            </a:r>
            <a:endParaRPr sz="1800">
              <a:solidFill>
                <a:schemeClr val="dk1"/>
              </a:solidFill>
            </a:endParaRPr>
          </a:p>
          <a:p>
            <a:pPr indent="-330200" lvl="2" marL="1371600" rtl="0" algn="l">
              <a:lnSpc>
                <a:spcPct val="115000"/>
              </a:lnSpc>
              <a:spcBef>
                <a:spcPts val="0"/>
              </a:spcBef>
              <a:spcAft>
                <a:spcPts val="0"/>
              </a:spcAft>
              <a:buClr>
                <a:schemeClr val="dk1"/>
              </a:buClr>
              <a:buSzPts val="1600"/>
              <a:buChar char="■"/>
            </a:pPr>
            <a:r>
              <a:rPr lang="en" sz="1600">
                <a:solidFill>
                  <a:schemeClr val="dk1"/>
                </a:solidFill>
              </a:rPr>
              <a:t>Mandatory reporting of specified cyber incidents within six hours of detection.</a:t>
            </a:r>
            <a:endParaRPr sz="1600">
              <a:solidFill>
                <a:schemeClr val="dk1"/>
              </a:solidFill>
            </a:endParaRPr>
          </a:p>
          <a:p>
            <a:pPr indent="-330200" lvl="2" marL="1371600" rtl="0" algn="l">
              <a:lnSpc>
                <a:spcPct val="115000"/>
              </a:lnSpc>
              <a:spcBef>
                <a:spcPts val="0"/>
              </a:spcBef>
              <a:spcAft>
                <a:spcPts val="0"/>
              </a:spcAft>
              <a:buClr>
                <a:schemeClr val="dk1"/>
              </a:buClr>
              <a:buSzPts val="1600"/>
              <a:buChar char="■"/>
            </a:pPr>
            <a:r>
              <a:rPr lang="en" sz="1600">
                <a:solidFill>
                  <a:schemeClr val="dk1"/>
                </a:solidFill>
              </a:rPr>
              <a:t>Data centers, VPN, and cloud service providers must maintain logs for 180 days.</a:t>
            </a:r>
            <a:endParaRPr sz="1600">
              <a:solidFill>
                <a:schemeClr val="dk1"/>
              </a:solidFill>
            </a:endParaRPr>
          </a:p>
          <a:p>
            <a:pPr indent="-330200" lvl="2" marL="1371600" rtl="0" algn="l">
              <a:lnSpc>
                <a:spcPct val="115000"/>
              </a:lnSpc>
              <a:spcBef>
                <a:spcPts val="0"/>
              </a:spcBef>
              <a:spcAft>
                <a:spcPts val="0"/>
              </a:spcAft>
              <a:buClr>
                <a:schemeClr val="dk1"/>
              </a:buClr>
              <a:buSzPts val="1600"/>
              <a:buChar char="■"/>
            </a:pPr>
            <a:r>
              <a:rPr lang="en" sz="1600">
                <a:solidFill>
                  <a:schemeClr val="dk1"/>
                </a:solidFill>
              </a:rPr>
              <a:t>Clock Synchronization: ICT systems must synchronize time with NTP servers of the National Physical Laboratory or National Informatics Centre.</a:t>
            </a:r>
            <a:endParaRPr sz="20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Core Institutions in India’s Cybersecurity Architecture</a:t>
            </a:r>
            <a:endParaRPr/>
          </a:p>
        </p:txBody>
      </p:sp>
      <p:sp>
        <p:nvSpPr>
          <p:cNvPr id="154" name="Google Shape;154;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Char char="●"/>
            </a:pPr>
            <a:r>
              <a:rPr lang="en">
                <a:solidFill>
                  <a:srgbClr val="93C47D"/>
                </a:solidFill>
              </a:rPr>
              <a:t>NCIIPC</a:t>
            </a:r>
            <a:r>
              <a:rPr lang="en">
                <a:solidFill>
                  <a:schemeClr val="dk1"/>
                </a:solidFill>
              </a:rPr>
              <a:t> (National Critical Information Infrastructure Protection Centre)</a:t>
            </a:r>
            <a:endParaRPr>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primary goal is to </a:t>
            </a:r>
            <a:r>
              <a:rPr lang="en" sz="1800">
                <a:solidFill>
                  <a:srgbClr val="FFD966"/>
                </a:solidFill>
              </a:rPr>
              <a:t>facilitate the protection of CII</a:t>
            </a:r>
            <a:r>
              <a:rPr lang="en" sz="1800">
                <a:solidFill>
                  <a:schemeClr val="dk1"/>
                </a:solidFill>
              </a:rPr>
              <a:t> from unauthorised access, disruption, or destruction.</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Conducting </a:t>
            </a:r>
            <a:r>
              <a:rPr lang="en" sz="1800">
                <a:solidFill>
                  <a:srgbClr val="FFD966"/>
                </a:solidFill>
              </a:rPr>
              <a:t>cybersecurity audits</a:t>
            </a:r>
            <a:r>
              <a:rPr lang="en" sz="1800">
                <a:solidFill>
                  <a:schemeClr val="dk1"/>
                </a:solidFill>
              </a:rPr>
              <a:t> and providing a Conformity Assessment Framework (CAF) to </a:t>
            </a:r>
            <a:r>
              <a:rPr lang="en" sz="1800">
                <a:solidFill>
                  <a:srgbClr val="FFD966"/>
                </a:solidFill>
              </a:rPr>
              <a:t>ensure critical sectors meet security standards.</a:t>
            </a:r>
            <a:endParaRPr sz="1800">
              <a:solidFill>
                <a:srgbClr val="FFD966"/>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Governance, Policy &amp; Future Directions</a:t>
            </a:r>
            <a:endParaRPr/>
          </a:p>
        </p:txBody>
      </p:sp>
      <p:sp>
        <p:nvSpPr>
          <p:cNvPr id="160" name="Google Shape;160;p29"/>
          <p:cNvSpPr txBox="1"/>
          <p:nvPr>
            <p:ph idx="1" type="body"/>
          </p:nvPr>
        </p:nvSpPr>
        <p:spPr>
          <a:xfrm>
            <a:off x="311700" y="1152475"/>
            <a:ext cx="8520600" cy="3863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n">
                <a:solidFill>
                  <a:schemeClr val="dk1"/>
                </a:solidFill>
              </a:rPr>
              <a:t>Cyber laws &amp; regulations</a:t>
            </a:r>
            <a:endParaRPr>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rgbClr val="93C47D"/>
                </a:solidFill>
              </a:rPr>
              <a:t>IT Act, 2000</a:t>
            </a:r>
            <a:r>
              <a:rPr lang="en" sz="1800">
                <a:solidFill>
                  <a:schemeClr val="dk1"/>
                </a:solidFill>
              </a:rPr>
              <a:t>: core cybercrime and incident response law.</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rgbClr val="93C47D"/>
                </a:solidFill>
              </a:rPr>
              <a:t>Digital Personal Data Protection Act, 2023</a:t>
            </a:r>
            <a:r>
              <a:rPr lang="en" sz="1800">
                <a:solidFill>
                  <a:srgbClr val="93C47D"/>
                </a:solidFill>
              </a:rPr>
              <a:t> </a:t>
            </a:r>
            <a:r>
              <a:rPr lang="en" sz="1800">
                <a:solidFill>
                  <a:schemeClr val="dk1"/>
                </a:solidFill>
              </a:rPr>
              <a:t>and </a:t>
            </a:r>
            <a:r>
              <a:rPr lang="en" sz="1800">
                <a:solidFill>
                  <a:srgbClr val="93C47D"/>
                </a:solidFill>
              </a:rPr>
              <a:t>Rules, 2025</a:t>
            </a:r>
            <a:endParaRPr sz="1800">
              <a:solidFill>
                <a:srgbClr val="93C47D"/>
              </a:solidFill>
            </a:endParaRPr>
          </a:p>
          <a:p>
            <a:pPr indent="-342900" lvl="2" marL="1371600" rtl="0" algn="l">
              <a:lnSpc>
                <a:spcPct val="115000"/>
              </a:lnSpc>
              <a:spcBef>
                <a:spcPts val="0"/>
              </a:spcBef>
              <a:spcAft>
                <a:spcPts val="0"/>
              </a:spcAft>
              <a:buClr>
                <a:schemeClr val="dk1"/>
              </a:buClr>
              <a:buSzPts val="1800"/>
              <a:buChar char="■"/>
            </a:pPr>
            <a:r>
              <a:rPr lang="en" sz="1800">
                <a:solidFill>
                  <a:schemeClr val="dk1"/>
                </a:solidFill>
              </a:rPr>
              <a:t>Regulates collection, processing, and transfer of personal data. </a:t>
            </a:r>
            <a:endParaRPr sz="1800">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Public-private collaboration</a:t>
            </a:r>
            <a:endParaRPr>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Telecom, IT, banking coordination.</a:t>
            </a:r>
            <a:endParaRPr sz="1800">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Future focus:</a:t>
            </a:r>
            <a:endParaRPr>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Institutional Coherence and Leadership.</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Increase public awareness.</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Capacity building; </a:t>
            </a:r>
            <a:r>
              <a:rPr lang="en" sz="1800">
                <a:solidFill>
                  <a:schemeClr val="dk1"/>
                </a:solidFill>
              </a:rPr>
              <a:t>Cyber workforce development</a:t>
            </a:r>
            <a:r>
              <a:rPr lang="en" sz="1800">
                <a:solidFill>
                  <a:schemeClr val="dk1"/>
                </a:solidFill>
              </a:rPr>
              <a:t>, R&amp;D.</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Adoption and creation of </a:t>
            </a:r>
            <a:r>
              <a:rPr lang="en" sz="1800">
                <a:solidFill>
                  <a:schemeClr val="dk1"/>
                </a:solidFill>
              </a:rPr>
              <a:t>Indigenous cybersecurity technologies.</a:t>
            </a:r>
            <a:endParaRPr sz="18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0"/>
          <p:cNvSpPr txBox="1"/>
          <p:nvPr>
            <p:ph type="title"/>
          </p:nvPr>
        </p:nvSpPr>
        <p:spPr>
          <a:xfrm>
            <a:off x="265500" y="1733850"/>
            <a:ext cx="4045200" cy="167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Overall</a:t>
            </a:r>
            <a:endParaRPr/>
          </a:p>
        </p:txBody>
      </p:sp>
      <p:pic>
        <p:nvPicPr>
          <p:cNvPr id="166" name="Google Shape;166;p30" title="3.jpg"/>
          <p:cNvPicPr preferRelativeResize="0"/>
          <p:nvPr/>
        </p:nvPicPr>
        <p:blipFill rotWithShape="1">
          <a:blip r:embed="rId3">
            <a:alphaModFix/>
          </a:blip>
          <a:srcRect b="0" l="5555" r="5555" t="0"/>
          <a:stretch/>
        </p:blipFill>
        <p:spPr>
          <a:xfrm>
            <a:off x="4572000" y="0"/>
            <a:ext cx="4571999" cy="51435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1"/>
          <p:cNvSpPr/>
          <p:nvPr/>
        </p:nvSpPr>
        <p:spPr>
          <a:xfrm>
            <a:off x="0" y="0"/>
            <a:ext cx="9161100" cy="2484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1"/>
          <p:cNvSpPr txBox="1"/>
          <p:nvPr>
            <p:ph idx="4294967295" type="title"/>
          </p:nvPr>
        </p:nvSpPr>
        <p:spPr>
          <a:xfrm>
            <a:off x="311700" y="372500"/>
            <a:ext cx="8520600" cy="733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rPr>
              <a:t>The Team</a:t>
            </a:r>
            <a:endParaRPr>
              <a:solidFill>
                <a:schemeClr val="lt1"/>
              </a:solidFill>
            </a:endParaRPr>
          </a:p>
        </p:txBody>
      </p:sp>
      <p:pic>
        <p:nvPicPr>
          <p:cNvPr id="173" name="Google Shape;173;p31" title="1679311775037.jpeg"/>
          <p:cNvPicPr preferRelativeResize="0"/>
          <p:nvPr/>
        </p:nvPicPr>
        <p:blipFill rotWithShape="1">
          <a:blip r:embed="rId3">
            <a:alphaModFix/>
          </a:blip>
          <a:srcRect b="0" l="0" r="0" t="0"/>
          <a:stretch/>
        </p:blipFill>
        <p:spPr>
          <a:xfrm>
            <a:off x="431463" y="1322225"/>
            <a:ext cx="1644300" cy="1644300"/>
          </a:xfrm>
          <a:prstGeom prst="ellipse">
            <a:avLst/>
          </a:prstGeom>
          <a:noFill/>
          <a:ln>
            <a:noFill/>
          </a:ln>
        </p:spPr>
      </p:pic>
      <p:sp>
        <p:nvSpPr>
          <p:cNvPr id="174" name="Google Shape;174;p31"/>
          <p:cNvSpPr txBox="1"/>
          <p:nvPr>
            <p:ph idx="4294967295" type="body"/>
          </p:nvPr>
        </p:nvSpPr>
        <p:spPr>
          <a:xfrm>
            <a:off x="164950" y="3108900"/>
            <a:ext cx="2177400" cy="4362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700">
                <a:solidFill>
                  <a:schemeClr val="dk1"/>
                </a:solidFill>
              </a:rPr>
              <a:t>Akshit Varmora</a:t>
            </a:r>
            <a:endParaRPr sz="1700">
              <a:solidFill>
                <a:schemeClr val="dk1"/>
              </a:solidFill>
            </a:endParaRPr>
          </a:p>
        </p:txBody>
      </p:sp>
      <p:cxnSp>
        <p:nvCxnSpPr>
          <p:cNvPr id="175" name="Google Shape;175;p31"/>
          <p:cNvCxnSpPr/>
          <p:nvPr/>
        </p:nvCxnSpPr>
        <p:spPr>
          <a:xfrm>
            <a:off x="1118175" y="3561938"/>
            <a:ext cx="270900" cy="0"/>
          </a:xfrm>
          <a:prstGeom prst="straightConnector1">
            <a:avLst/>
          </a:prstGeom>
          <a:noFill/>
          <a:ln cap="flat" cmpd="sng" w="9525">
            <a:solidFill>
              <a:schemeClr val="dk2"/>
            </a:solidFill>
            <a:prstDash val="solid"/>
            <a:round/>
            <a:headEnd len="sm" w="sm" type="none"/>
            <a:tailEnd len="sm" w="sm" type="none"/>
          </a:ln>
        </p:spPr>
      </p:cxnSp>
      <p:sp>
        <p:nvSpPr>
          <p:cNvPr id="176" name="Google Shape;176;p31"/>
          <p:cNvSpPr txBox="1"/>
          <p:nvPr>
            <p:ph idx="4294967295" type="body"/>
          </p:nvPr>
        </p:nvSpPr>
        <p:spPr>
          <a:xfrm>
            <a:off x="164925" y="3641661"/>
            <a:ext cx="2177400" cy="1153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300"/>
              <a:t>CSE at IIT Bombay</a:t>
            </a:r>
            <a:br>
              <a:rPr lang="en" sz="1300"/>
            </a:br>
            <a:r>
              <a:rPr lang="en" sz="1300"/>
              <a:t>Area of research: Reinforcement Learning</a:t>
            </a:r>
            <a:endParaRPr sz="1300"/>
          </a:p>
          <a:p>
            <a:pPr indent="0" lvl="0" marL="0" rtl="0" algn="ctr">
              <a:spcBef>
                <a:spcPts val="1600"/>
              </a:spcBef>
              <a:spcAft>
                <a:spcPts val="1600"/>
              </a:spcAft>
              <a:buNone/>
            </a:pPr>
            <a:r>
              <a:t/>
            </a:r>
            <a:endParaRPr sz="1300"/>
          </a:p>
        </p:txBody>
      </p:sp>
      <p:pic>
        <p:nvPicPr>
          <p:cNvPr id="177" name="Google Shape;177;p31" title="1746254773266.jpeg"/>
          <p:cNvPicPr preferRelativeResize="0"/>
          <p:nvPr/>
        </p:nvPicPr>
        <p:blipFill rotWithShape="1">
          <a:blip r:embed="rId4">
            <a:alphaModFix/>
          </a:blip>
          <a:srcRect b="9" l="0" r="0" t="9"/>
          <a:stretch/>
        </p:blipFill>
        <p:spPr>
          <a:xfrm>
            <a:off x="3748637" y="1322375"/>
            <a:ext cx="1644300" cy="1644000"/>
          </a:xfrm>
          <a:prstGeom prst="ellipse">
            <a:avLst/>
          </a:prstGeom>
          <a:noFill/>
          <a:ln>
            <a:noFill/>
          </a:ln>
        </p:spPr>
      </p:pic>
      <p:sp>
        <p:nvSpPr>
          <p:cNvPr id="178" name="Google Shape;178;p31"/>
          <p:cNvSpPr txBox="1"/>
          <p:nvPr>
            <p:ph idx="4294967295" type="body"/>
          </p:nvPr>
        </p:nvSpPr>
        <p:spPr>
          <a:xfrm>
            <a:off x="3473774" y="3108900"/>
            <a:ext cx="2177400" cy="4362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700">
                <a:solidFill>
                  <a:schemeClr val="dk1"/>
                </a:solidFill>
              </a:rPr>
              <a:t>Soumik Dutta</a:t>
            </a:r>
            <a:endParaRPr sz="1700">
              <a:solidFill>
                <a:schemeClr val="dk1"/>
              </a:solidFill>
            </a:endParaRPr>
          </a:p>
        </p:txBody>
      </p:sp>
      <p:cxnSp>
        <p:nvCxnSpPr>
          <p:cNvPr id="179" name="Google Shape;179;p31"/>
          <p:cNvCxnSpPr/>
          <p:nvPr/>
        </p:nvCxnSpPr>
        <p:spPr>
          <a:xfrm>
            <a:off x="4427016" y="3561938"/>
            <a:ext cx="270900" cy="0"/>
          </a:xfrm>
          <a:prstGeom prst="straightConnector1">
            <a:avLst/>
          </a:prstGeom>
          <a:noFill/>
          <a:ln cap="flat" cmpd="sng" w="9525">
            <a:solidFill>
              <a:schemeClr val="dk2"/>
            </a:solidFill>
            <a:prstDash val="solid"/>
            <a:round/>
            <a:headEnd len="sm" w="sm" type="none"/>
            <a:tailEnd len="sm" w="sm" type="none"/>
          </a:ln>
        </p:spPr>
      </p:cxnSp>
      <p:sp>
        <p:nvSpPr>
          <p:cNvPr id="180" name="Google Shape;180;p31"/>
          <p:cNvSpPr txBox="1"/>
          <p:nvPr>
            <p:ph idx="4294967295" type="body"/>
          </p:nvPr>
        </p:nvSpPr>
        <p:spPr>
          <a:xfrm>
            <a:off x="3473760" y="3641661"/>
            <a:ext cx="2177400" cy="11538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300"/>
              <a:t>CSE at IIT Bombay</a:t>
            </a:r>
            <a:br>
              <a:rPr lang="en" sz="1300"/>
            </a:br>
            <a:r>
              <a:rPr lang="en" sz="1300"/>
              <a:t>Area of research: Distributed Systems</a:t>
            </a:r>
            <a:br>
              <a:rPr lang="en" sz="1300"/>
            </a:br>
            <a:endParaRPr sz="1300"/>
          </a:p>
        </p:txBody>
      </p:sp>
      <p:pic>
        <p:nvPicPr>
          <p:cNvPr id="181" name="Google Shape;181;p31" title="1718269691547.jpeg"/>
          <p:cNvPicPr preferRelativeResize="0"/>
          <p:nvPr/>
        </p:nvPicPr>
        <p:blipFill rotWithShape="1">
          <a:blip r:embed="rId5">
            <a:alphaModFix/>
          </a:blip>
          <a:srcRect b="0" l="0" r="0" t="0"/>
          <a:stretch/>
        </p:blipFill>
        <p:spPr>
          <a:xfrm>
            <a:off x="6972481" y="1322213"/>
            <a:ext cx="1644300" cy="1644300"/>
          </a:xfrm>
          <a:prstGeom prst="ellipse">
            <a:avLst/>
          </a:prstGeom>
          <a:noFill/>
          <a:ln>
            <a:noFill/>
          </a:ln>
        </p:spPr>
      </p:pic>
      <p:sp>
        <p:nvSpPr>
          <p:cNvPr id="182" name="Google Shape;182;p31"/>
          <p:cNvSpPr txBox="1"/>
          <p:nvPr>
            <p:ph idx="4294967295" type="body"/>
          </p:nvPr>
        </p:nvSpPr>
        <p:spPr>
          <a:xfrm>
            <a:off x="6689282" y="3108900"/>
            <a:ext cx="2177400" cy="4362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700">
                <a:solidFill>
                  <a:schemeClr val="dk1"/>
                </a:solidFill>
              </a:rPr>
              <a:t>Jay Gorakhiya</a:t>
            </a:r>
            <a:endParaRPr sz="1700">
              <a:solidFill>
                <a:schemeClr val="dk1"/>
              </a:solidFill>
            </a:endParaRPr>
          </a:p>
        </p:txBody>
      </p:sp>
      <p:cxnSp>
        <p:nvCxnSpPr>
          <p:cNvPr id="183" name="Google Shape;183;p31"/>
          <p:cNvCxnSpPr/>
          <p:nvPr/>
        </p:nvCxnSpPr>
        <p:spPr>
          <a:xfrm>
            <a:off x="7659177" y="3561938"/>
            <a:ext cx="270900" cy="0"/>
          </a:xfrm>
          <a:prstGeom prst="straightConnector1">
            <a:avLst/>
          </a:prstGeom>
          <a:noFill/>
          <a:ln cap="flat" cmpd="sng" w="9525">
            <a:solidFill>
              <a:schemeClr val="dk2"/>
            </a:solidFill>
            <a:prstDash val="solid"/>
            <a:round/>
            <a:headEnd len="sm" w="sm" type="none"/>
            <a:tailEnd len="sm" w="sm" type="none"/>
          </a:ln>
        </p:spPr>
      </p:cxnSp>
      <p:sp>
        <p:nvSpPr>
          <p:cNvPr id="184" name="Google Shape;184;p31"/>
          <p:cNvSpPr txBox="1"/>
          <p:nvPr>
            <p:ph idx="4294967295" type="body"/>
          </p:nvPr>
        </p:nvSpPr>
        <p:spPr>
          <a:xfrm>
            <a:off x="6689271" y="3641661"/>
            <a:ext cx="2177400" cy="1153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300"/>
              <a:t>CSE at IIT Bombay</a:t>
            </a:r>
            <a:br>
              <a:rPr lang="en" sz="1300"/>
            </a:br>
            <a:r>
              <a:rPr lang="en" sz="1300"/>
              <a:t>Area of research: Medical Image Computing</a:t>
            </a:r>
            <a:endParaRPr sz="1300"/>
          </a:p>
          <a:p>
            <a:pPr indent="0" lvl="0" marL="0" rtl="0" algn="ctr">
              <a:spcBef>
                <a:spcPts val="1600"/>
              </a:spcBef>
              <a:spcAft>
                <a:spcPts val="1600"/>
              </a:spcAft>
              <a:buNone/>
            </a:pPr>
            <a:r>
              <a:t/>
            </a:r>
            <a:endParaRPr sz="13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2"/>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C27BA0"/>
                </a:solidFill>
              </a:rPr>
              <a:t>T</a:t>
            </a:r>
            <a:r>
              <a:rPr lang="en">
                <a:solidFill>
                  <a:srgbClr val="FFD966"/>
                </a:solidFill>
              </a:rPr>
              <a:t>hank</a:t>
            </a:r>
            <a:r>
              <a:rPr lang="en"/>
              <a:t> </a:t>
            </a:r>
            <a:r>
              <a:rPr b="1" lang="en">
                <a:solidFill>
                  <a:srgbClr val="C27BA0"/>
                </a:solidFill>
              </a:rPr>
              <a:t>Y</a:t>
            </a:r>
            <a:r>
              <a:rPr lang="en">
                <a:solidFill>
                  <a:srgbClr val="93C47D"/>
                </a:solidFill>
              </a:rPr>
              <a:t>ou</a:t>
            </a:r>
            <a:endParaRPr>
              <a:solidFill>
                <a:srgbClr val="C27BA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3" name="Shape 193"/>
        <p:cNvGrpSpPr/>
        <p:nvPr/>
      </p:nvGrpSpPr>
      <p:grpSpPr>
        <a:xfrm>
          <a:off x="0" y="0"/>
          <a:ext cx="0" cy="0"/>
          <a:chOff x="0" y="0"/>
          <a:chExt cx="0" cy="0"/>
        </a:xfrm>
      </p:grpSpPr>
      <p:sp>
        <p:nvSpPr>
          <p:cNvPr id="194" name="Google Shape;194;p33"/>
          <p:cNvSpPr txBox="1"/>
          <p:nvPr>
            <p:ph type="ctrTitle"/>
          </p:nvPr>
        </p:nvSpPr>
        <p:spPr>
          <a:xfrm>
            <a:off x="671258" y="990800"/>
            <a:ext cx="7801500" cy="1730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Contemporary Security Architectures for Devices, Enterprises, and Sovereign States</a:t>
            </a:r>
            <a:endParaRPr/>
          </a:p>
        </p:txBody>
      </p:sp>
      <p:sp>
        <p:nvSpPr>
          <p:cNvPr id="195" name="Google Shape;195;p33"/>
          <p:cNvSpPr txBox="1"/>
          <p:nvPr>
            <p:ph idx="1" type="subTitle"/>
          </p:nvPr>
        </p:nvSpPr>
        <p:spPr>
          <a:xfrm>
            <a:off x="671250" y="3174874"/>
            <a:ext cx="7801500" cy="159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February 18, 2026</a:t>
            </a:r>
            <a:br>
              <a:rPr lang="en"/>
            </a:br>
            <a:r>
              <a:rPr lang="en"/>
              <a:t>Akshit Varmora 23M0832 </a:t>
            </a:r>
            <a:br>
              <a:rPr lang="en"/>
            </a:br>
            <a:r>
              <a:rPr lang="en"/>
              <a:t>Soumik Dutta 23M0826 </a:t>
            </a:r>
            <a:br>
              <a:rPr lang="en"/>
            </a:br>
            <a:r>
              <a:rPr lang="en"/>
              <a:t>Jay Gorakhiya 23M0825</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9" name="Shape 199"/>
        <p:cNvGrpSpPr/>
        <p:nvPr/>
      </p:nvGrpSpPr>
      <p:grpSpPr>
        <a:xfrm>
          <a:off x="0" y="0"/>
          <a:ext cx="0" cy="0"/>
          <a:chOff x="0" y="0"/>
          <a:chExt cx="0" cy="0"/>
        </a:xfrm>
      </p:grpSpPr>
      <p:sp>
        <p:nvSpPr>
          <p:cNvPr id="200" name="Google Shape;200;p34"/>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Overall</a:t>
            </a:r>
            <a:endParaRPr/>
          </a:p>
        </p:txBody>
      </p:sp>
      <p:pic>
        <p:nvPicPr>
          <p:cNvPr id="201" name="Google Shape;201;p34" title="1.jpg"/>
          <p:cNvPicPr preferRelativeResize="0"/>
          <p:nvPr/>
        </p:nvPicPr>
        <p:blipFill rotWithShape="1">
          <a:blip r:embed="rId3">
            <a:alphaModFix/>
          </a:blip>
          <a:srcRect b="18149" l="15930" r="18132" t="16091"/>
          <a:stretch/>
        </p:blipFill>
        <p:spPr>
          <a:xfrm>
            <a:off x="4572000" y="0"/>
            <a:ext cx="4571999" cy="5143501"/>
          </a:xfrm>
          <a:prstGeom prst="rect">
            <a:avLst/>
          </a:prstGeom>
          <a:noFill/>
          <a:ln>
            <a:noFill/>
          </a:ln>
        </p:spPr>
      </p:pic>
      <p:sp>
        <p:nvSpPr>
          <p:cNvPr id="202" name="Google Shape;202;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6" name="Shape 206"/>
        <p:cNvGrpSpPr/>
        <p:nvPr/>
      </p:nvGrpSpPr>
      <p:grpSpPr>
        <a:xfrm>
          <a:off x="0" y="0"/>
          <a:ext cx="0" cy="0"/>
          <a:chOff x="0" y="0"/>
          <a:chExt cx="0" cy="0"/>
        </a:xfrm>
      </p:grpSpPr>
      <p:sp>
        <p:nvSpPr>
          <p:cNvPr id="207" name="Google Shape;207;p35"/>
          <p:cNvSpPr txBox="1"/>
          <p:nvPr>
            <p:ph type="title"/>
          </p:nvPr>
        </p:nvSpPr>
        <p:spPr>
          <a:xfrm>
            <a:off x="114913" y="221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Defense Level 4 - Network &amp; Web Security</a:t>
            </a:r>
            <a:endParaRPr/>
          </a:p>
        </p:txBody>
      </p:sp>
      <p:graphicFrame>
        <p:nvGraphicFramePr>
          <p:cNvPr id="208" name="Google Shape;208;p35"/>
          <p:cNvGraphicFramePr/>
          <p:nvPr/>
        </p:nvGraphicFramePr>
        <p:xfrm>
          <a:off x="238050" y="1101050"/>
          <a:ext cx="3000000" cy="3000000"/>
        </p:xfrm>
        <a:graphic>
          <a:graphicData uri="http://schemas.openxmlformats.org/drawingml/2006/table">
            <a:tbl>
              <a:tblPr>
                <a:noFill/>
                <a:tableStyleId>{9880D808-6308-48E7-A367-3D6BADCF58B8}</a:tableStyleId>
              </a:tblPr>
              <a:tblGrid>
                <a:gridCol w="1078225"/>
                <a:gridCol w="3644750"/>
                <a:gridCol w="3419575"/>
              </a:tblGrid>
              <a:tr h="323850">
                <a:tc>
                  <a:txBody>
                    <a:bodyPr/>
                    <a:lstStyle/>
                    <a:p>
                      <a:pPr indent="0" lvl="0" marL="0" rtl="0" algn="l">
                        <a:lnSpc>
                          <a:spcPct val="115000"/>
                        </a:lnSpc>
                        <a:spcBef>
                          <a:spcPts val="0"/>
                        </a:spcBef>
                        <a:spcAft>
                          <a:spcPts val="0"/>
                        </a:spcAft>
                        <a:buNone/>
                      </a:pPr>
                      <a:r>
                        <a:rPr b="1" lang="en" sz="1100">
                          <a:solidFill>
                            <a:srgbClr val="1F1F1F"/>
                          </a:solidFill>
                        </a:rPr>
                        <a:t>Feature</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Windows Implementation</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Android Implementation</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r>
              <a:tr h="933450">
                <a:tc>
                  <a:txBody>
                    <a:bodyPr/>
                    <a:lstStyle/>
                    <a:p>
                      <a:pPr indent="0" lvl="0" marL="0" rtl="0" algn="l">
                        <a:lnSpc>
                          <a:spcPct val="115000"/>
                        </a:lnSpc>
                        <a:spcBef>
                          <a:spcPts val="0"/>
                        </a:spcBef>
                        <a:spcAft>
                          <a:spcPts val="0"/>
                        </a:spcAft>
                        <a:buNone/>
                      </a:pPr>
                      <a:r>
                        <a:rPr b="1" lang="en" sz="1100">
                          <a:solidFill>
                            <a:schemeClr val="dk1"/>
                          </a:solidFill>
                        </a:rPr>
                        <a:t>Secure Transport</a:t>
                      </a:r>
                      <a:endParaRPr b="1"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n" sz="1100">
                          <a:solidFill>
                            <a:schemeClr val="dk1"/>
                          </a:solidFill>
                        </a:rPr>
                        <a:t>Schannel SSP (Secure Channel):</a:t>
                      </a:r>
                      <a:r>
                        <a:rPr lang="en" sz="1100">
                          <a:solidFill>
                            <a:schemeClr val="dk1"/>
                          </a:solidFill>
                        </a:rPr>
                        <a:t> The underlying security provider that implements SSL/TLS protocols. It utilizes the centralized Windows Certificate Store, allowing enterprise-grade management of trusted root certificates to prevent Man-in-the-Middle (MitM) attacks.</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n" sz="1100">
                          <a:solidFill>
                            <a:schemeClr val="dk1"/>
                          </a:solidFill>
                        </a:rPr>
                        <a:t>Network Security Configuration:</a:t>
                      </a:r>
                      <a:r>
                        <a:rPr lang="en" sz="1100">
                          <a:solidFill>
                            <a:schemeClr val="dk1"/>
                          </a:solidFill>
                        </a:rPr>
                        <a:t> A declarative framework that lets app developers mandate HTTPS, pin specific server certificates, and block all cleartext (HTTP) traffic, overriding system defaults to prevent downgrade attacks.</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781050">
                <a:tc>
                  <a:txBody>
                    <a:bodyPr/>
                    <a:lstStyle/>
                    <a:p>
                      <a:pPr indent="0" lvl="0" marL="0" rtl="0" algn="l">
                        <a:lnSpc>
                          <a:spcPct val="115000"/>
                        </a:lnSpc>
                        <a:spcBef>
                          <a:spcPts val="0"/>
                        </a:spcBef>
                        <a:spcAft>
                          <a:spcPts val="0"/>
                        </a:spcAft>
                        <a:buNone/>
                      </a:pPr>
                      <a:r>
                        <a:rPr b="1" lang="en" sz="1100">
                          <a:solidFill>
                            <a:schemeClr val="dk1"/>
                          </a:solidFill>
                        </a:rPr>
                        <a:t>Web Protection</a:t>
                      </a:r>
                      <a:endParaRPr b="1"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n" sz="1100">
                          <a:solidFill>
                            <a:schemeClr val="dk1"/>
                          </a:solidFill>
                        </a:rPr>
                        <a:t>Microsoft Defender SmartScreen:</a:t>
                      </a:r>
                      <a:r>
                        <a:rPr lang="en" sz="1100">
                          <a:solidFill>
                            <a:schemeClr val="dk1"/>
                          </a:solidFill>
                        </a:rPr>
                        <a:t> An OS-integrated service that checks URLs in browsers (Edge) and file downloads against Microsoft's cloud-based threat intelligence to proactively block phishing sites and malicious files.</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n" sz="1100">
                          <a:solidFill>
                            <a:schemeClr val="dk1"/>
                          </a:solidFill>
                        </a:rPr>
                        <a:t>Safe Browsing API:</a:t>
                      </a:r>
                      <a:r>
                        <a:rPr lang="en" sz="1100">
                          <a:solidFill>
                            <a:schemeClr val="dk1"/>
                          </a:solidFill>
                        </a:rPr>
                        <a:t> Integrated into Chrome, WebView, and Google Play Protect. It performs client-side checks against a locally cached list of unsafe URL hashes to warn users about phishing and malware sites in real-time.</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933450">
                <a:tc>
                  <a:txBody>
                    <a:bodyPr/>
                    <a:lstStyle/>
                    <a:p>
                      <a:pPr indent="0" lvl="0" marL="0" rtl="0" algn="l">
                        <a:lnSpc>
                          <a:spcPct val="115000"/>
                        </a:lnSpc>
                        <a:spcBef>
                          <a:spcPts val="0"/>
                        </a:spcBef>
                        <a:spcAft>
                          <a:spcPts val="0"/>
                        </a:spcAft>
                        <a:buNone/>
                      </a:pPr>
                      <a:r>
                        <a:rPr b="1" lang="en" sz="1100">
                          <a:solidFill>
                            <a:schemeClr val="dk1"/>
                          </a:solidFill>
                        </a:rPr>
                        <a:t>Network Filtering</a:t>
                      </a:r>
                      <a:endParaRPr b="1"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n" sz="1100">
                          <a:solidFill>
                            <a:schemeClr val="dk1"/>
                          </a:solidFill>
                        </a:rPr>
                        <a:t>Windows Filtering Platform (WFP):</a:t>
                      </a:r>
                      <a:r>
                        <a:rPr lang="en" sz="1100">
                          <a:solidFill>
                            <a:schemeClr val="dk1"/>
                          </a:solidFill>
                        </a:rPr>
                        <a:t> A kernel-level platform that serves as the engine for the Windows Firewall. It allows developers and security tools to create powerful, granular rules for inspecting and modifying packets at various networking layers.</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n" sz="1100">
                          <a:solidFill>
                            <a:schemeClr val="dk1"/>
                          </a:solidFill>
                        </a:rPr>
                        <a:t>Kernel-Level Enforcement (eBPF/iptables):</a:t>
                      </a:r>
                      <a:r>
                        <a:rPr lang="en" sz="1100">
                          <a:solidFill>
                            <a:schemeClr val="dk1"/>
                          </a:solidFill>
                        </a:rPr>
                        <a:t> The Linux kernel strictly enforces network permissions. An app without the INTERNET GID (Group ID) is blocked by the kernel firewall from opening any network sockets, regardless of user intent.</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2" name="Shape 212"/>
        <p:cNvGrpSpPr/>
        <p:nvPr/>
      </p:nvGrpSpPr>
      <p:grpSpPr>
        <a:xfrm>
          <a:off x="0" y="0"/>
          <a:ext cx="0" cy="0"/>
          <a:chOff x="0" y="0"/>
          <a:chExt cx="0" cy="0"/>
        </a:xfrm>
      </p:grpSpPr>
      <p:sp>
        <p:nvSpPr>
          <p:cNvPr id="213" name="Google Shape;213;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Understanding the problem</a:t>
            </a:r>
            <a:endParaRPr/>
          </a:p>
        </p:txBody>
      </p:sp>
      <p:grpSp>
        <p:nvGrpSpPr>
          <p:cNvPr id="214" name="Google Shape;214;p36"/>
          <p:cNvGrpSpPr/>
          <p:nvPr/>
        </p:nvGrpSpPr>
        <p:grpSpPr>
          <a:xfrm>
            <a:off x="431925" y="1304875"/>
            <a:ext cx="2628925" cy="3416400"/>
            <a:chOff x="431925" y="1304875"/>
            <a:chExt cx="2628925" cy="3416400"/>
          </a:xfrm>
        </p:grpSpPr>
        <p:sp>
          <p:nvSpPr>
            <p:cNvPr id="215" name="Google Shape;215;p36"/>
            <p:cNvSpPr txBox="1"/>
            <p:nvPr/>
          </p:nvSpPr>
          <p:spPr>
            <a:xfrm>
              <a:off x="431925" y="1304875"/>
              <a:ext cx="2628900" cy="46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36"/>
            <p:cNvSpPr/>
            <p:nvPr/>
          </p:nvSpPr>
          <p:spPr>
            <a:xfrm>
              <a:off x="43195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7" name="Google Shape;217;p36"/>
          <p:cNvSpPr txBox="1"/>
          <p:nvPr>
            <p:ph idx="4294967295" type="body"/>
          </p:nvPr>
        </p:nvSpPr>
        <p:spPr>
          <a:xfrm>
            <a:off x="506425" y="1304875"/>
            <a:ext cx="2494500" cy="46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Item 1</a:t>
            </a:r>
            <a:endParaRPr>
              <a:solidFill>
                <a:schemeClr val="lt1"/>
              </a:solidFill>
            </a:endParaRPr>
          </a:p>
        </p:txBody>
      </p:sp>
      <p:sp>
        <p:nvSpPr>
          <p:cNvPr id="218" name="Google Shape;218;p36"/>
          <p:cNvSpPr txBox="1"/>
          <p:nvPr>
            <p:ph idx="4294967295" type="body"/>
          </p:nvPr>
        </p:nvSpPr>
        <p:spPr>
          <a:xfrm>
            <a:off x="508325" y="1850300"/>
            <a:ext cx="2478600" cy="279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Lorem ipsum dolor sit amet, consectetur adipiscing elit, sed do eiusmod tempor incididunt ut labore et dolore magna aliqua. </a:t>
            </a:r>
            <a:endParaRPr sz="1600"/>
          </a:p>
          <a:p>
            <a:pPr indent="0" lvl="0" marL="0" rtl="0" algn="l">
              <a:spcBef>
                <a:spcPts val="1600"/>
              </a:spcBef>
              <a:spcAft>
                <a:spcPts val="1600"/>
              </a:spcAft>
              <a:buNone/>
            </a:pPr>
            <a:r>
              <a:rPr lang="en" sz="1600"/>
              <a:t>Ut enim ad minim veniam, quis nostrud exercitation</a:t>
            </a:r>
            <a:endParaRPr sz="1600"/>
          </a:p>
        </p:txBody>
      </p:sp>
      <p:grpSp>
        <p:nvGrpSpPr>
          <p:cNvPr id="219" name="Google Shape;219;p36"/>
          <p:cNvGrpSpPr/>
          <p:nvPr/>
        </p:nvGrpSpPr>
        <p:grpSpPr>
          <a:xfrm>
            <a:off x="3320450" y="1304875"/>
            <a:ext cx="2632500" cy="3416400"/>
            <a:chOff x="3320450" y="1304875"/>
            <a:chExt cx="2632500" cy="3416400"/>
          </a:xfrm>
        </p:grpSpPr>
        <p:sp>
          <p:nvSpPr>
            <p:cNvPr id="220" name="Google Shape;220;p36"/>
            <p:cNvSpPr txBox="1"/>
            <p:nvPr/>
          </p:nvSpPr>
          <p:spPr>
            <a:xfrm>
              <a:off x="3324050" y="1304875"/>
              <a:ext cx="2628900" cy="46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6"/>
            <p:cNvSpPr/>
            <p:nvPr/>
          </p:nvSpPr>
          <p:spPr>
            <a:xfrm>
              <a:off x="332045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2" name="Google Shape;222;p36"/>
          <p:cNvSpPr txBox="1"/>
          <p:nvPr>
            <p:ph idx="4294967295" type="body"/>
          </p:nvPr>
        </p:nvSpPr>
        <p:spPr>
          <a:xfrm>
            <a:off x="3389450" y="1304875"/>
            <a:ext cx="2494500" cy="46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Item 2</a:t>
            </a:r>
            <a:endParaRPr>
              <a:solidFill>
                <a:schemeClr val="lt1"/>
              </a:solidFill>
            </a:endParaRPr>
          </a:p>
        </p:txBody>
      </p:sp>
      <p:sp>
        <p:nvSpPr>
          <p:cNvPr id="223" name="Google Shape;223;p36"/>
          <p:cNvSpPr txBox="1"/>
          <p:nvPr>
            <p:ph idx="4294967295" type="body"/>
          </p:nvPr>
        </p:nvSpPr>
        <p:spPr>
          <a:xfrm>
            <a:off x="3396775" y="1850300"/>
            <a:ext cx="2478600" cy="279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Ut enim ad minim veniam, quis nostrud exercitation</a:t>
            </a:r>
            <a:endParaRPr sz="1600"/>
          </a:p>
          <a:p>
            <a:pPr indent="-330200" lvl="0" marL="457200" rtl="0" algn="l">
              <a:spcBef>
                <a:spcPts val="1600"/>
              </a:spcBef>
              <a:spcAft>
                <a:spcPts val="0"/>
              </a:spcAft>
              <a:buSzPts val="1600"/>
              <a:buChar char="●"/>
            </a:pPr>
            <a:r>
              <a:rPr lang="en" sz="1600"/>
              <a:t>Duis aute irure dolor in reprehenderit in voluptate velit </a:t>
            </a:r>
            <a:endParaRPr sz="1600"/>
          </a:p>
          <a:p>
            <a:pPr indent="-330200" lvl="0" marL="457200" rtl="0" algn="l">
              <a:spcBef>
                <a:spcPts val="0"/>
              </a:spcBef>
              <a:spcAft>
                <a:spcPts val="0"/>
              </a:spcAft>
              <a:buSzPts val="1600"/>
              <a:buChar char="●"/>
            </a:pPr>
            <a:r>
              <a:rPr lang="en" sz="1600"/>
              <a:t>Esse cillum dolore eu fugiat nulla pariatur</a:t>
            </a:r>
            <a:endParaRPr sz="1600"/>
          </a:p>
        </p:txBody>
      </p:sp>
      <p:grpSp>
        <p:nvGrpSpPr>
          <p:cNvPr id="224" name="Google Shape;224;p36"/>
          <p:cNvGrpSpPr/>
          <p:nvPr/>
        </p:nvGrpSpPr>
        <p:grpSpPr>
          <a:xfrm>
            <a:off x="6212550" y="1304875"/>
            <a:ext cx="2632500" cy="3416400"/>
            <a:chOff x="6212550" y="1304875"/>
            <a:chExt cx="2632500" cy="3416400"/>
          </a:xfrm>
        </p:grpSpPr>
        <p:sp>
          <p:nvSpPr>
            <p:cNvPr id="225" name="Google Shape;225;p36"/>
            <p:cNvSpPr/>
            <p:nvPr/>
          </p:nvSpPr>
          <p:spPr>
            <a:xfrm>
              <a:off x="621540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6"/>
            <p:cNvSpPr txBox="1"/>
            <p:nvPr/>
          </p:nvSpPr>
          <p:spPr>
            <a:xfrm>
              <a:off x="6212550" y="1304875"/>
              <a:ext cx="2632500" cy="46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7" name="Google Shape;227;p36"/>
          <p:cNvSpPr txBox="1"/>
          <p:nvPr>
            <p:ph idx="4294967295" type="body"/>
          </p:nvPr>
        </p:nvSpPr>
        <p:spPr>
          <a:xfrm>
            <a:off x="6272475" y="1304875"/>
            <a:ext cx="2494500" cy="46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Item 3</a:t>
            </a:r>
            <a:endParaRPr>
              <a:solidFill>
                <a:schemeClr val="lt1"/>
              </a:solidFill>
            </a:endParaRPr>
          </a:p>
        </p:txBody>
      </p:sp>
      <p:sp>
        <p:nvSpPr>
          <p:cNvPr id="228" name="Google Shape;228;p36"/>
          <p:cNvSpPr txBox="1"/>
          <p:nvPr>
            <p:ph idx="4294967295" type="body"/>
          </p:nvPr>
        </p:nvSpPr>
        <p:spPr>
          <a:xfrm>
            <a:off x="6286400" y="1850300"/>
            <a:ext cx="2478600" cy="2794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t>Excepteur sint occaecat cupidatat non proident, sunt in culpa qui officia deserunt mollit anim id est laborum.</a:t>
            </a:r>
            <a:endParaRPr sz="16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2" name="Shape 232"/>
        <p:cNvGrpSpPr/>
        <p:nvPr/>
      </p:nvGrpSpPr>
      <p:grpSpPr>
        <a:xfrm>
          <a:off x="0" y="0"/>
          <a:ext cx="0" cy="0"/>
          <a:chOff x="0" y="0"/>
          <a:chExt cx="0" cy="0"/>
        </a:xfrm>
      </p:grpSpPr>
      <p:sp>
        <p:nvSpPr>
          <p:cNvPr id="233" name="Google Shape;233;p37"/>
          <p:cNvSpPr txBox="1"/>
          <p:nvPr>
            <p:ph type="title"/>
          </p:nvPr>
        </p:nvSpPr>
        <p:spPr>
          <a:xfrm>
            <a:off x="490250" y="526350"/>
            <a:ext cx="62271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4200"/>
              <a:t>Project objective: </a:t>
            </a:r>
            <a:endParaRPr b="1" sz="4200"/>
          </a:p>
          <a:p>
            <a:pPr indent="0" lvl="0" marL="0" rtl="0" algn="l">
              <a:spcBef>
                <a:spcPts val="0"/>
              </a:spcBef>
              <a:spcAft>
                <a:spcPts val="0"/>
              </a:spcAft>
              <a:buNone/>
            </a:pPr>
            <a:r>
              <a:rPr lang="en" sz="4200"/>
              <a:t>Lorem ipsum dolor sit amet, consectetur adipiscing elit, sed do</a:t>
            </a:r>
            <a:endParaRPr sz="42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7" name="Shape 237"/>
        <p:cNvGrpSpPr/>
        <p:nvPr/>
      </p:nvGrpSpPr>
      <p:grpSpPr>
        <a:xfrm>
          <a:off x="0" y="0"/>
          <a:ext cx="0" cy="0"/>
          <a:chOff x="0" y="0"/>
          <a:chExt cx="0" cy="0"/>
        </a:xfrm>
      </p:grpSpPr>
      <p:sp>
        <p:nvSpPr>
          <p:cNvPr id="238" name="Google Shape;238;p38"/>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Understanding the market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2" name="Shape 242"/>
        <p:cNvGrpSpPr/>
        <p:nvPr/>
      </p:nvGrpSpPr>
      <p:grpSpPr>
        <a:xfrm>
          <a:off x="0" y="0"/>
          <a:ext cx="0" cy="0"/>
          <a:chOff x="0" y="0"/>
          <a:chExt cx="0" cy="0"/>
        </a:xfrm>
      </p:grpSpPr>
      <p:sp>
        <p:nvSpPr>
          <p:cNvPr id="243" name="Google Shape;243;p39"/>
          <p:cNvSpPr txBox="1"/>
          <p:nvPr>
            <p:ph type="title"/>
          </p:nvPr>
        </p:nvSpPr>
        <p:spPr>
          <a:xfrm>
            <a:off x="265500" y="1733850"/>
            <a:ext cx="4045200" cy="167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Target audience</a:t>
            </a:r>
            <a:endParaRPr/>
          </a:p>
        </p:txBody>
      </p:sp>
      <p:sp>
        <p:nvSpPr>
          <p:cNvPr id="244" name="Google Shape;244;p3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Lorem ipsum dolor sit amet, consectetur adipiscing elit, sed do eiusmod tempor incididunt</a:t>
            </a:r>
            <a:endParaRPr/>
          </a:p>
          <a:p>
            <a:pPr indent="0" lvl="0" marL="0" rtl="0" algn="l">
              <a:spcBef>
                <a:spcPts val="1600"/>
              </a:spcBef>
              <a:spcAft>
                <a:spcPts val="0"/>
              </a:spcAft>
              <a:buNone/>
            </a:pPr>
            <a:r>
              <a:rPr lang="en"/>
              <a:t>The competition:</a:t>
            </a:r>
            <a:endParaRPr/>
          </a:p>
          <a:p>
            <a:pPr indent="-342900" lvl="0" marL="457200" rtl="0" algn="l">
              <a:spcBef>
                <a:spcPts val="0"/>
              </a:spcBef>
              <a:spcAft>
                <a:spcPts val="0"/>
              </a:spcAft>
              <a:buSzPts val="1800"/>
              <a:buChar char="●"/>
            </a:pPr>
            <a:r>
              <a:rPr lang="en"/>
              <a:t>Lorem ipsum </a:t>
            </a:r>
            <a:endParaRPr/>
          </a:p>
          <a:p>
            <a:pPr indent="-342900" lvl="0" marL="457200" rtl="0" algn="l">
              <a:spcBef>
                <a:spcPts val="0"/>
              </a:spcBef>
              <a:spcAft>
                <a:spcPts val="0"/>
              </a:spcAft>
              <a:buSzPts val="1800"/>
              <a:buChar char="●"/>
            </a:pPr>
            <a:r>
              <a:rPr lang="en"/>
              <a:t>Dolor sit amet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8" name="Shape 248"/>
        <p:cNvGrpSpPr/>
        <p:nvPr/>
      </p:nvGrpSpPr>
      <p:grpSpPr>
        <a:xfrm>
          <a:off x="0" y="0"/>
          <a:ext cx="0" cy="0"/>
          <a:chOff x="0" y="0"/>
          <a:chExt cx="0" cy="0"/>
        </a:xfrm>
      </p:grpSpPr>
      <p:sp>
        <p:nvSpPr>
          <p:cNvPr id="249" name="Google Shape;249;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Market trends</a:t>
            </a:r>
            <a:endParaRPr/>
          </a:p>
        </p:txBody>
      </p:sp>
      <p:sp>
        <p:nvSpPr>
          <p:cNvPr id="250" name="Google Shape;250;p4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dk1"/>
                </a:solidFill>
              </a:rPr>
              <a:t>Trend 1</a:t>
            </a:r>
            <a:endParaRPr b="1" sz="2100">
              <a:solidFill>
                <a:schemeClr val="dk1"/>
              </a:solidFill>
            </a:endParaRPr>
          </a:p>
          <a:p>
            <a:pPr indent="0" lvl="0" marL="0" rtl="0" algn="l">
              <a:spcBef>
                <a:spcPts val="1600"/>
              </a:spcBef>
              <a:spcAft>
                <a:spcPts val="0"/>
              </a:spcAft>
              <a:buNone/>
            </a:pPr>
            <a:r>
              <a:rPr lang="en" sz="1600"/>
              <a:t>Lorem ipsum dolor sit amet, consectetur adipiscing elit, sed do eiusmod tempor </a:t>
            </a:r>
            <a:endParaRPr sz="1600"/>
          </a:p>
          <a:p>
            <a:pPr indent="0" lvl="0" marL="0" rtl="0" algn="l">
              <a:spcBef>
                <a:spcPts val="1600"/>
              </a:spcBef>
              <a:spcAft>
                <a:spcPts val="0"/>
              </a:spcAft>
              <a:buNone/>
            </a:pPr>
            <a:r>
              <a:rPr b="1" lang="en" sz="1600"/>
              <a:t>Client Implications:</a:t>
            </a:r>
            <a:endParaRPr b="1" sz="1600"/>
          </a:p>
          <a:p>
            <a:pPr indent="-330200" lvl="0" marL="457200" rtl="0" algn="l">
              <a:spcBef>
                <a:spcPts val="0"/>
              </a:spcBef>
              <a:spcAft>
                <a:spcPts val="0"/>
              </a:spcAft>
              <a:buSzPts val="1600"/>
              <a:buChar char="●"/>
            </a:pPr>
            <a:r>
              <a:rPr lang="en" sz="1600"/>
              <a:t>Incididunt ut labore et dolore</a:t>
            </a:r>
            <a:endParaRPr sz="1600"/>
          </a:p>
          <a:p>
            <a:pPr indent="-330200" lvl="0" marL="457200" rtl="0" algn="l">
              <a:spcBef>
                <a:spcPts val="0"/>
              </a:spcBef>
              <a:spcAft>
                <a:spcPts val="0"/>
              </a:spcAft>
              <a:buSzPts val="1600"/>
              <a:buChar char="●"/>
            </a:pPr>
            <a:r>
              <a:rPr lang="en" sz="1600"/>
              <a:t>Consectetur adipiscing elit, sed do eiusmod tempor incididunt ut labore</a:t>
            </a:r>
            <a:endParaRPr sz="1600"/>
          </a:p>
        </p:txBody>
      </p:sp>
      <p:sp>
        <p:nvSpPr>
          <p:cNvPr id="251" name="Google Shape;251;p4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dk1"/>
                </a:solidFill>
              </a:rPr>
              <a:t>Trend 2</a:t>
            </a:r>
            <a:endParaRPr b="1" sz="2100">
              <a:solidFill>
                <a:schemeClr val="dk1"/>
              </a:solidFill>
            </a:endParaRPr>
          </a:p>
          <a:p>
            <a:pPr indent="0" lvl="0" marL="0" rtl="0" algn="l">
              <a:spcBef>
                <a:spcPts val="1600"/>
              </a:spcBef>
              <a:spcAft>
                <a:spcPts val="0"/>
              </a:spcAft>
              <a:buNone/>
            </a:pPr>
            <a:r>
              <a:rPr lang="en" sz="1600"/>
              <a:t>Lorem ipsum dolor sit amet, consectetur adipiscing elit, sed do eiusmod tempor </a:t>
            </a:r>
            <a:endParaRPr sz="1600"/>
          </a:p>
          <a:p>
            <a:pPr indent="0" lvl="0" marL="0" rtl="0" algn="l">
              <a:spcBef>
                <a:spcPts val="1600"/>
              </a:spcBef>
              <a:spcAft>
                <a:spcPts val="0"/>
              </a:spcAft>
              <a:buNone/>
            </a:pPr>
            <a:r>
              <a:rPr b="1" lang="en" sz="1600"/>
              <a:t>Client Implications:</a:t>
            </a:r>
            <a:endParaRPr b="1" sz="1600"/>
          </a:p>
          <a:p>
            <a:pPr indent="-330200" lvl="0" marL="457200" rtl="0" algn="l">
              <a:spcBef>
                <a:spcPts val="0"/>
              </a:spcBef>
              <a:spcAft>
                <a:spcPts val="0"/>
              </a:spcAft>
              <a:buSzPts val="1600"/>
              <a:buChar char="●"/>
            </a:pPr>
            <a:r>
              <a:rPr lang="en" sz="1600"/>
              <a:t>Incididunt ut labore et dolore</a:t>
            </a:r>
            <a:endParaRPr sz="1600"/>
          </a:p>
          <a:p>
            <a:pPr indent="-330200" lvl="0" marL="457200" rtl="0" algn="l">
              <a:spcBef>
                <a:spcPts val="0"/>
              </a:spcBef>
              <a:spcAft>
                <a:spcPts val="0"/>
              </a:spcAft>
              <a:buSzPts val="1600"/>
              <a:buChar char="●"/>
            </a:pPr>
            <a:r>
              <a:rPr lang="en" sz="1600"/>
              <a:t>Consectetur adipiscing elit, sed do eiusmod tempor incididunt ut labore</a:t>
            </a:r>
            <a:endParaRPr sz="16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5" name="Shape 255"/>
        <p:cNvGrpSpPr/>
        <p:nvPr/>
      </p:nvGrpSpPr>
      <p:grpSpPr>
        <a:xfrm>
          <a:off x="0" y="0"/>
          <a:ext cx="0" cy="0"/>
          <a:chOff x="0" y="0"/>
          <a:chExt cx="0" cy="0"/>
        </a:xfrm>
      </p:grpSpPr>
      <p:sp>
        <p:nvSpPr>
          <p:cNvPr id="256" name="Google Shape;256;p41"/>
          <p:cNvSpPr txBox="1"/>
          <p:nvPr>
            <p:ph idx="4294967295"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Trend analysis</a:t>
            </a:r>
            <a:endParaRPr/>
          </a:p>
        </p:txBody>
      </p:sp>
      <p:sp>
        <p:nvSpPr>
          <p:cNvPr id="257" name="Google Shape;257;p41"/>
          <p:cNvSpPr txBox="1"/>
          <p:nvPr>
            <p:ph idx="4294967295"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dk1"/>
                </a:solidFill>
              </a:rPr>
              <a:t>Findings</a:t>
            </a:r>
            <a:endParaRPr b="1" sz="2100">
              <a:solidFill>
                <a:schemeClr val="dk1"/>
              </a:solidFill>
            </a:endParaRPr>
          </a:p>
          <a:p>
            <a:pPr indent="0" lvl="0" marL="0" rtl="0" algn="l">
              <a:spcBef>
                <a:spcPts val="1600"/>
              </a:spcBef>
              <a:spcAft>
                <a:spcPts val="0"/>
              </a:spcAft>
              <a:buNone/>
            </a:pPr>
            <a:r>
              <a:rPr lang="en" sz="1600"/>
              <a:t>Lorem ipsum dolor sit amet, consectetur adipiscing elit, sed do eiusmod tempor </a:t>
            </a:r>
            <a:endParaRPr sz="1600"/>
          </a:p>
          <a:p>
            <a:pPr indent="0" lvl="0" marL="0" rtl="0" algn="l">
              <a:spcBef>
                <a:spcPts val="1600"/>
              </a:spcBef>
              <a:spcAft>
                <a:spcPts val="0"/>
              </a:spcAft>
              <a:buNone/>
            </a:pPr>
            <a:r>
              <a:rPr b="1" lang="en" sz="1600"/>
              <a:t>Client Implications:</a:t>
            </a:r>
            <a:endParaRPr b="1" sz="1600"/>
          </a:p>
          <a:p>
            <a:pPr indent="-330200" lvl="0" marL="457200" rtl="0" algn="l">
              <a:spcBef>
                <a:spcPts val="0"/>
              </a:spcBef>
              <a:spcAft>
                <a:spcPts val="0"/>
              </a:spcAft>
              <a:buSzPts val="1600"/>
              <a:buChar char="●"/>
            </a:pPr>
            <a:r>
              <a:rPr lang="en" sz="1600"/>
              <a:t>Incididunt ut labore et dolore</a:t>
            </a:r>
            <a:endParaRPr sz="1600"/>
          </a:p>
          <a:p>
            <a:pPr indent="-330200" lvl="0" marL="457200" rtl="0" algn="l">
              <a:spcBef>
                <a:spcPts val="0"/>
              </a:spcBef>
              <a:spcAft>
                <a:spcPts val="0"/>
              </a:spcAft>
              <a:buSzPts val="1600"/>
              <a:buChar char="●"/>
            </a:pPr>
            <a:r>
              <a:rPr lang="en" sz="1600"/>
              <a:t>Consectetur adipiscing elit, sed do eiusmod tempor incididunt ut labore</a:t>
            </a:r>
            <a:endParaRPr sz="1600"/>
          </a:p>
        </p:txBody>
      </p:sp>
      <p:sp>
        <p:nvSpPr>
          <p:cNvPr id="258" name="Google Shape;258;p41"/>
          <p:cNvSpPr txBox="1"/>
          <p:nvPr>
            <p:ph idx="4294967295" type="body"/>
          </p:nvPr>
        </p:nvSpPr>
        <p:spPr>
          <a:xfrm>
            <a:off x="7996175" y="254200"/>
            <a:ext cx="689400" cy="2190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n" sz="1400">
                <a:solidFill>
                  <a:schemeClr val="lt2"/>
                </a:solidFill>
              </a:rPr>
              <a:t>Item 1</a:t>
            </a:r>
            <a:endParaRPr sz="1400">
              <a:solidFill>
                <a:schemeClr val="lt2"/>
              </a:solidFill>
            </a:endParaRPr>
          </a:p>
        </p:txBody>
      </p:sp>
      <p:sp>
        <p:nvSpPr>
          <p:cNvPr id="259" name="Google Shape;259;p41"/>
          <p:cNvSpPr/>
          <p:nvPr/>
        </p:nvSpPr>
        <p:spPr>
          <a:xfrm>
            <a:off x="8685573" y="254209"/>
            <a:ext cx="219000" cy="219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41"/>
          <p:cNvSpPr txBox="1"/>
          <p:nvPr>
            <p:ph idx="4294967295" type="body"/>
          </p:nvPr>
        </p:nvSpPr>
        <p:spPr>
          <a:xfrm>
            <a:off x="7996175" y="602125"/>
            <a:ext cx="689400" cy="2190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n" sz="1400">
                <a:solidFill>
                  <a:schemeClr val="lt2"/>
                </a:solidFill>
              </a:rPr>
              <a:t>Item 2</a:t>
            </a:r>
            <a:endParaRPr sz="1400">
              <a:solidFill>
                <a:schemeClr val="lt2"/>
              </a:solidFill>
            </a:endParaRPr>
          </a:p>
        </p:txBody>
      </p:sp>
      <p:sp>
        <p:nvSpPr>
          <p:cNvPr id="261" name="Google Shape;261;p41"/>
          <p:cNvSpPr/>
          <p:nvPr/>
        </p:nvSpPr>
        <p:spPr>
          <a:xfrm>
            <a:off x="8685573" y="602134"/>
            <a:ext cx="219000" cy="2190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41"/>
          <p:cNvSpPr txBox="1"/>
          <p:nvPr>
            <p:ph idx="4294967295" type="body"/>
          </p:nvPr>
        </p:nvSpPr>
        <p:spPr>
          <a:xfrm>
            <a:off x="5688925" y="4544700"/>
            <a:ext cx="689400" cy="314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400">
                <a:solidFill>
                  <a:schemeClr val="dk1"/>
                </a:solidFill>
              </a:rPr>
              <a:t>20XX</a:t>
            </a:r>
            <a:endParaRPr sz="1400"/>
          </a:p>
        </p:txBody>
      </p:sp>
      <p:sp>
        <p:nvSpPr>
          <p:cNvPr id="263" name="Google Shape;263;p41"/>
          <p:cNvSpPr txBox="1"/>
          <p:nvPr>
            <p:ph idx="4294967295" type="body"/>
          </p:nvPr>
        </p:nvSpPr>
        <p:spPr>
          <a:xfrm>
            <a:off x="5689050" y="2745850"/>
            <a:ext cx="689400" cy="314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400">
                <a:solidFill>
                  <a:schemeClr val="accent5"/>
                </a:solidFill>
              </a:rPr>
              <a:t>20</a:t>
            </a:r>
            <a:endParaRPr sz="1400">
              <a:solidFill>
                <a:schemeClr val="accent5"/>
              </a:solidFill>
            </a:endParaRPr>
          </a:p>
        </p:txBody>
      </p:sp>
      <p:sp>
        <p:nvSpPr>
          <p:cNvPr id="264" name="Google Shape;264;p41"/>
          <p:cNvSpPr/>
          <p:nvPr/>
        </p:nvSpPr>
        <p:spPr>
          <a:xfrm>
            <a:off x="5688763" y="3060256"/>
            <a:ext cx="689700" cy="371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41"/>
          <p:cNvSpPr txBox="1"/>
          <p:nvPr>
            <p:ph idx="4294967295" type="body"/>
          </p:nvPr>
        </p:nvSpPr>
        <p:spPr>
          <a:xfrm>
            <a:off x="5689075" y="3083375"/>
            <a:ext cx="689400" cy="314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400">
                <a:solidFill>
                  <a:schemeClr val="lt1"/>
                </a:solidFill>
              </a:rPr>
              <a:t>5</a:t>
            </a:r>
            <a:endParaRPr sz="1400">
              <a:solidFill>
                <a:schemeClr val="lt1"/>
              </a:solidFill>
            </a:endParaRPr>
          </a:p>
        </p:txBody>
      </p:sp>
      <p:sp>
        <p:nvSpPr>
          <p:cNvPr id="266" name="Google Shape;266;p41"/>
          <p:cNvSpPr/>
          <p:nvPr/>
        </p:nvSpPr>
        <p:spPr>
          <a:xfrm>
            <a:off x="5688775" y="3432000"/>
            <a:ext cx="689700" cy="1112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41"/>
          <p:cNvSpPr txBox="1"/>
          <p:nvPr>
            <p:ph idx="4294967295" type="body"/>
          </p:nvPr>
        </p:nvSpPr>
        <p:spPr>
          <a:xfrm>
            <a:off x="5689050" y="3814038"/>
            <a:ext cx="689400" cy="314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400">
                <a:solidFill>
                  <a:schemeClr val="lt1"/>
                </a:solidFill>
              </a:rPr>
              <a:t>15</a:t>
            </a:r>
            <a:endParaRPr sz="1400">
              <a:solidFill>
                <a:schemeClr val="lt1"/>
              </a:solidFill>
            </a:endParaRPr>
          </a:p>
        </p:txBody>
      </p:sp>
      <p:sp>
        <p:nvSpPr>
          <p:cNvPr id="268" name="Google Shape;268;p41"/>
          <p:cNvSpPr txBox="1"/>
          <p:nvPr>
            <p:ph idx="4294967295" type="body"/>
          </p:nvPr>
        </p:nvSpPr>
        <p:spPr>
          <a:xfrm>
            <a:off x="6534813" y="4544700"/>
            <a:ext cx="689400" cy="314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400">
                <a:solidFill>
                  <a:schemeClr val="dk1"/>
                </a:solidFill>
              </a:rPr>
              <a:t>20XX</a:t>
            </a:r>
            <a:endParaRPr sz="1400"/>
          </a:p>
        </p:txBody>
      </p:sp>
      <p:sp>
        <p:nvSpPr>
          <p:cNvPr id="269" name="Google Shape;269;p41"/>
          <p:cNvSpPr txBox="1"/>
          <p:nvPr>
            <p:ph idx="4294967295" type="body"/>
          </p:nvPr>
        </p:nvSpPr>
        <p:spPr>
          <a:xfrm>
            <a:off x="6534825" y="2069100"/>
            <a:ext cx="689400" cy="314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400">
                <a:solidFill>
                  <a:schemeClr val="accent5"/>
                </a:solidFill>
              </a:rPr>
              <a:t>29</a:t>
            </a:r>
            <a:endParaRPr sz="1400">
              <a:solidFill>
                <a:schemeClr val="accent5"/>
              </a:solidFill>
            </a:endParaRPr>
          </a:p>
        </p:txBody>
      </p:sp>
      <p:sp>
        <p:nvSpPr>
          <p:cNvPr id="270" name="Google Shape;270;p41"/>
          <p:cNvSpPr/>
          <p:nvPr/>
        </p:nvSpPr>
        <p:spPr>
          <a:xfrm>
            <a:off x="6534875" y="2383507"/>
            <a:ext cx="689400" cy="306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41"/>
          <p:cNvSpPr txBox="1"/>
          <p:nvPr>
            <p:ph idx="4294967295" type="body"/>
          </p:nvPr>
        </p:nvSpPr>
        <p:spPr>
          <a:xfrm>
            <a:off x="6534875" y="2380513"/>
            <a:ext cx="689400" cy="314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400">
                <a:solidFill>
                  <a:schemeClr val="lt1"/>
                </a:solidFill>
              </a:rPr>
              <a:t>4</a:t>
            </a:r>
            <a:endParaRPr sz="1400">
              <a:solidFill>
                <a:schemeClr val="lt1"/>
              </a:solidFill>
            </a:endParaRPr>
          </a:p>
        </p:txBody>
      </p:sp>
      <p:sp>
        <p:nvSpPr>
          <p:cNvPr id="272" name="Google Shape;272;p41"/>
          <p:cNvSpPr/>
          <p:nvPr/>
        </p:nvSpPr>
        <p:spPr>
          <a:xfrm>
            <a:off x="6534875" y="2689800"/>
            <a:ext cx="689400" cy="1855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41"/>
          <p:cNvSpPr txBox="1"/>
          <p:nvPr>
            <p:ph idx="4294967295" type="body"/>
          </p:nvPr>
        </p:nvSpPr>
        <p:spPr>
          <a:xfrm>
            <a:off x="6534850" y="3383350"/>
            <a:ext cx="689400" cy="314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400">
                <a:solidFill>
                  <a:schemeClr val="lt1"/>
                </a:solidFill>
              </a:rPr>
              <a:t>25</a:t>
            </a:r>
            <a:endParaRPr sz="1400">
              <a:solidFill>
                <a:schemeClr val="lt1"/>
              </a:solidFill>
            </a:endParaRPr>
          </a:p>
        </p:txBody>
      </p:sp>
      <p:sp>
        <p:nvSpPr>
          <p:cNvPr id="274" name="Google Shape;274;p41"/>
          <p:cNvSpPr txBox="1"/>
          <p:nvPr>
            <p:ph idx="4294967295" type="body"/>
          </p:nvPr>
        </p:nvSpPr>
        <p:spPr>
          <a:xfrm>
            <a:off x="7380800" y="4544700"/>
            <a:ext cx="689400" cy="314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400">
                <a:solidFill>
                  <a:schemeClr val="dk1"/>
                </a:solidFill>
              </a:rPr>
              <a:t>20XX</a:t>
            </a:r>
            <a:endParaRPr sz="1400"/>
          </a:p>
        </p:txBody>
      </p:sp>
      <p:sp>
        <p:nvSpPr>
          <p:cNvPr id="275" name="Google Shape;275;p41"/>
          <p:cNvSpPr txBox="1"/>
          <p:nvPr>
            <p:ph idx="4294967295" type="body"/>
          </p:nvPr>
        </p:nvSpPr>
        <p:spPr>
          <a:xfrm>
            <a:off x="7380800" y="1326900"/>
            <a:ext cx="689400" cy="314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400">
                <a:solidFill>
                  <a:schemeClr val="accent5"/>
                </a:solidFill>
              </a:rPr>
              <a:t>39</a:t>
            </a:r>
            <a:endParaRPr sz="1400">
              <a:solidFill>
                <a:schemeClr val="accent5"/>
              </a:solidFill>
            </a:endParaRPr>
          </a:p>
        </p:txBody>
      </p:sp>
      <p:sp>
        <p:nvSpPr>
          <p:cNvPr id="276" name="Google Shape;276;p41"/>
          <p:cNvSpPr/>
          <p:nvPr/>
        </p:nvSpPr>
        <p:spPr>
          <a:xfrm>
            <a:off x="7380700" y="1641307"/>
            <a:ext cx="689400" cy="306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41"/>
          <p:cNvSpPr txBox="1"/>
          <p:nvPr>
            <p:ph idx="4294967295" type="body"/>
          </p:nvPr>
        </p:nvSpPr>
        <p:spPr>
          <a:xfrm>
            <a:off x="7374938" y="1641288"/>
            <a:ext cx="689400" cy="314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400">
                <a:solidFill>
                  <a:schemeClr val="lt1"/>
                </a:solidFill>
              </a:rPr>
              <a:t>4</a:t>
            </a:r>
            <a:endParaRPr sz="1400">
              <a:solidFill>
                <a:schemeClr val="lt1"/>
              </a:solidFill>
            </a:endParaRPr>
          </a:p>
        </p:txBody>
      </p:sp>
      <p:sp>
        <p:nvSpPr>
          <p:cNvPr id="278" name="Google Shape;278;p41"/>
          <p:cNvSpPr/>
          <p:nvPr/>
        </p:nvSpPr>
        <p:spPr>
          <a:xfrm>
            <a:off x="7380700" y="1947601"/>
            <a:ext cx="689400" cy="2597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41"/>
          <p:cNvSpPr txBox="1"/>
          <p:nvPr>
            <p:ph idx="4294967295" type="body"/>
          </p:nvPr>
        </p:nvSpPr>
        <p:spPr>
          <a:xfrm>
            <a:off x="7374913" y="2935800"/>
            <a:ext cx="689400" cy="314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400">
                <a:solidFill>
                  <a:schemeClr val="lt1"/>
                </a:solidFill>
              </a:rPr>
              <a:t>35</a:t>
            </a:r>
            <a:endParaRPr sz="1400">
              <a:solidFill>
                <a:schemeClr val="lt1"/>
              </a:solidFill>
            </a:endParaRPr>
          </a:p>
        </p:txBody>
      </p:sp>
      <p:sp>
        <p:nvSpPr>
          <p:cNvPr id="280" name="Google Shape;280;p41"/>
          <p:cNvSpPr txBox="1"/>
          <p:nvPr>
            <p:ph idx="4294967295" type="body"/>
          </p:nvPr>
        </p:nvSpPr>
        <p:spPr>
          <a:xfrm>
            <a:off x="8226775" y="4544700"/>
            <a:ext cx="689400" cy="314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400">
                <a:solidFill>
                  <a:schemeClr val="dk1"/>
                </a:solidFill>
              </a:rPr>
              <a:t>20XX</a:t>
            </a:r>
            <a:endParaRPr sz="1400"/>
          </a:p>
        </p:txBody>
      </p:sp>
      <p:sp>
        <p:nvSpPr>
          <p:cNvPr id="281" name="Google Shape;281;p41"/>
          <p:cNvSpPr txBox="1"/>
          <p:nvPr>
            <p:ph idx="4294967295" type="body"/>
          </p:nvPr>
        </p:nvSpPr>
        <p:spPr>
          <a:xfrm>
            <a:off x="8215175" y="2221300"/>
            <a:ext cx="689400" cy="314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400">
                <a:solidFill>
                  <a:schemeClr val="accent5"/>
                </a:solidFill>
              </a:rPr>
              <a:t>27</a:t>
            </a:r>
            <a:endParaRPr sz="1400">
              <a:solidFill>
                <a:schemeClr val="accent5"/>
              </a:solidFill>
            </a:endParaRPr>
          </a:p>
        </p:txBody>
      </p:sp>
      <p:sp>
        <p:nvSpPr>
          <p:cNvPr id="282" name="Google Shape;282;p41"/>
          <p:cNvSpPr/>
          <p:nvPr/>
        </p:nvSpPr>
        <p:spPr>
          <a:xfrm>
            <a:off x="8215013" y="2535706"/>
            <a:ext cx="689700" cy="371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41"/>
          <p:cNvSpPr txBox="1"/>
          <p:nvPr>
            <p:ph idx="4294967295" type="body"/>
          </p:nvPr>
        </p:nvSpPr>
        <p:spPr>
          <a:xfrm>
            <a:off x="8226525" y="2564038"/>
            <a:ext cx="689400" cy="314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400">
                <a:solidFill>
                  <a:schemeClr val="lt1"/>
                </a:solidFill>
              </a:rPr>
              <a:t>5</a:t>
            </a:r>
            <a:endParaRPr sz="1400">
              <a:solidFill>
                <a:schemeClr val="lt1"/>
              </a:solidFill>
            </a:endParaRPr>
          </a:p>
        </p:txBody>
      </p:sp>
      <p:sp>
        <p:nvSpPr>
          <p:cNvPr id="284" name="Google Shape;284;p41"/>
          <p:cNvSpPr/>
          <p:nvPr/>
        </p:nvSpPr>
        <p:spPr>
          <a:xfrm>
            <a:off x="8215175" y="2906800"/>
            <a:ext cx="689400" cy="1638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41"/>
          <p:cNvSpPr txBox="1"/>
          <p:nvPr>
            <p:ph idx="4294967295" type="body"/>
          </p:nvPr>
        </p:nvSpPr>
        <p:spPr>
          <a:xfrm>
            <a:off x="8226525" y="3383000"/>
            <a:ext cx="689400" cy="314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400">
                <a:solidFill>
                  <a:schemeClr val="lt1"/>
                </a:solidFill>
              </a:rPr>
              <a:t>22</a:t>
            </a:r>
            <a:endParaRPr sz="1400">
              <a:solidFill>
                <a:schemeClr val="lt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9" name="Shape 289"/>
        <p:cNvGrpSpPr/>
        <p:nvPr/>
      </p:nvGrpSpPr>
      <p:grpSpPr>
        <a:xfrm>
          <a:off x="0" y="0"/>
          <a:ext cx="0" cy="0"/>
          <a:chOff x="0" y="0"/>
          <a:chExt cx="0" cy="0"/>
        </a:xfrm>
      </p:grpSpPr>
      <p:sp>
        <p:nvSpPr>
          <p:cNvPr id="290" name="Google Shape;290;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Proposed deliverables</a:t>
            </a:r>
            <a:endParaRPr/>
          </a:p>
        </p:txBody>
      </p:sp>
      <p:grpSp>
        <p:nvGrpSpPr>
          <p:cNvPr id="291" name="Google Shape;291;p42"/>
          <p:cNvGrpSpPr/>
          <p:nvPr/>
        </p:nvGrpSpPr>
        <p:grpSpPr>
          <a:xfrm>
            <a:off x="424825" y="1253973"/>
            <a:ext cx="8294372" cy="799416"/>
            <a:chOff x="424813" y="1177875"/>
            <a:chExt cx="8294372" cy="849900"/>
          </a:xfrm>
        </p:grpSpPr>
        <p:sp>
          <p:nvSpPr>
            <p:cNvPr id="292" name="Google Shape;292;p42"/>
            <p:cNvSpPr/>
            <p:nvPr/>
          </p:nvSpPr>
          <p:spPr>
            <a:xfrm>
              <a:off x="2927684" y="1177875"/>
              <a:ext cx="5791500" cy="849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42"/>
            <p:cNvSpPr/>
            <p:nvPr/>
          </p:nvSpPr>
          <p:spPr>
            <a:xfrm>
              <a:off x="424813" y="1177875"/>
              <a:ext cx="3055800" cy="849900"/>
            </a:xfrm>
            <a:prstGeom prst="homePlate">
              <a:avLst>
                <a:gd fmla="val 26719"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4" name="Google Shape;294;p42"/>
          <p:cNvSpPr txBox="1"/>
          <p:nvPr>
            <p:ph idx="4294967295" type="body"/>
          </p:nvPr>
        </p:nvSpPr>
        <p:spPr>
          <a:xfrm>
            <a:off x="539675" y="1254200"/>
            <a:ext cx="2422500" cy="7992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lt1"/>
                </a:solidFill>
              </a:rPr>
              <a:t>Deliverable 1</a:t>
            </a:r>
            <a:endParaRPr>
              <a:solidFill>
                <a:schemeClr val="lt1"/>
              </a:solidFill>
            </a:endParaRPr>
          </a:p>
        </p:txBody>
      </p:sp>
      <p:sp>
        <p:nvSpPr>
          <p:cNvPr id="295" name="Google Shape;295;p42"/>
          <p:cNvSpPr txBox="1"/>
          <p:nvPr>
            <p:ph idx="4294967295" type="body"/>
          </p:nvPr>
        </p:nvSpPr>
        <p:spPr>
          <a:xfrm>
            <a:off x="3480453" y="1254158"/>
            <a:ext cx="5111700" cy="7992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Clr>
                <a:schemeClr val="lt1"/>
              </a:buClr>
              <a:buSzPts val="1800"/>
              <a:buChar char="●"/>
            </a:pPr>
            <a:r>
              <a:rPr lang="en">
                <a:solidFill>
                  <a:schemeClr val="lt1"/>
                </a:solidFill>
              </a:rPr>
              <a:t>Lorem ipsum dolor sit amet</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Sed do eiusmod tempor incididunt ut labore</a:t>
            </a:r>
            <a:endParaRPr>
              <a:solidFill>
                <a:schemeClr val="lt1"/>
              </a:solidFill>
            </a:endParaRPr>
          </a:p>
        </p:txBody>
      </p:sp>
      <p:grpSp>
        <p:nvGrpSpPr>
          <p:cNvPr id="296" name="Google Shape;296;p42"/>
          <p:cNvGrpSpPr/>
          <p:nvPr/>
        </p:nvGrpSpPr>
        <p:grpSpPr>
          <a:xfrm>
            <a:off x="424825" y="2127339"/>
            <a:ext cx="8294360" cy="799416"/>
            <a:chOff x="424813" y="2075689"/>
            <a:chExt cx="8294360" cy="849900"/>
          </a:xfrm>
        </p:grpSpPr>
        <p:sp>
          <p:nvSpPr>
            <p:cNvPr id="297" name="Google Shape;297;p42"/>
            <p:cNvSpPr/>
            <p:nvPr/>
          </p:nvSpPr>
          <p:spPr>
            <a:xfrm>
              <a:off x="2927672" y="2075689"/>
              <a:ext cx="5791500" cy="849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42"/>
            <p:cNvSpPr/>
            <p:nvPr/>
          </p:nvSpPr>
          <p:spPr>
            <a:xfrm>
              <a:off x="424813" y="2075689"/>
              <a:ext cx="3055800" cy="849900"/>
            </a:xfrm>
            <a:prstGeom prst="homePlate">
              <a:avLst>
                <a:gd fmla="val 26719"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9" name="Google Shape;299;p42"/>
          <p:cNvSpPr txBox="1"/>
          <p:nvPr>
            <p:ph idx="4294967295" type="body"/>
          </p:nvPr>
        </p:nvSpPr>
        <p:spPr>
          <a:xfrm>
            <a:off x="539675" y="2127450"/>
            <a:ext cx="2422500" cy="7992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lt1"/>
                </a:solidFill>
              </a:rPr>
              <a:t>Deliverable 2</a:t>
            </a:r>
            <a:endParaRPr>
              <a:solidFill>
                <a:schemeClr val="lt1"/>
              </a:solidFill>
            </a:endParaRPr>
          </a:p>
        </p:txBody>
      </p:sp>
      <p:sp>
        <p:nvSpPr>
          <p:cNvPr id="300" name="Google Shape;300;p42"/>
          <p:cNvSpPr txBox="1"/>
          <p:nvPr>
            <p:ph idx="4294967295" type="body"/>
          </p:nvPr>
        </p:nvSpPr>
        <p:spPr>
          <a:xfrm>
            <a:off x="3480453" y="2127465"/>
            <a:ext cx="5111700" cy="7992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Clr>
                <a:schemeClr val="lt1"/>
              </a:buClr>
              <a:buSzPts val="1800"/>
              <a:buChar char="●"/>
            </a:pPr>
            <a:r>
              <a:rPr lang="en">
                <a:solidFill>
                  <a:schemeClr val="lt1"/>
                </a:solidFill>
              </a:rPr>
              <a:t>Lorem ipsum dolor sit amet </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Sed do eiusmod tempor incididunt ut labore</a:t>
            </a:r>
            <a:endParaRPr>
              <a:solidFill>
                <a:schemeClr val="lt1"/>
              </a:solidFill>
            </a:endParaRPr>
          </a:p>
        </p:txBody>
      </p:sp>
      <p:grpSp>
        <p:nvGrpSpPr>
          <p:cNvPr id="301" name="Google Shape;301;p42"/>
          <p:cNvGrpSpPr/>
          <p:nvPr/>
        </p:nvGrpSpPr>
        <p:grpSpPr>
          <a:xfrm>
            <a:off x="424825" y="3000705"/>
            <a:ext cx="8294360" cy="799447"/>
            <a:chOff x="424813" y="2974405"/>
            <a:chExt cx="8294360" cy="849933"/>
          </a:xfrm>
        </p:grpSpPr>
        <p:sp>
          <p:nvSpPr>
            <p:cNvPr id="302" name="Google Shape;302;p42"/>
            <p:cNvSpPr/>
            <p:nvPr/>
          </p:nvSpPr>
          <p:spPr>
            <a:xfrm>
              <a:off x="2927672" y="2974438"/>
              <a:ext cx="5791500" cy="849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42"/>
            <p:cNvSpPr/>
            <p:nvPr/>
          </p:nvSpPr>
          <p:spPr>
            <a:xfrm>
              <a:off x="424813" y="2974405"/>
              <a:ext cx="3055800" cy="849900"/>
            </a:xfrm>
            <a:prstGeom prst="homePlate">
              <a:avLst>
                <a:gd fmla="val 26719"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4" name="Google Shape;304;p42"/>
          <p:cNvSpPr txBox="1"/>
          <p:nvPr>
            <p:ph idx="4294967295" type="body"/>
          </p:nvPr>
        </p:nvSpPr>
        <p:spPr>
          <a:xfrm>
            <a:off x="539675" y="3000775"/>
            <a:ext cx="2422500" cy="7992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lt1"/>
                </a:solidFill>
              </a:rPr>
              <a:t>Deliverable 3</a:t>
            </a:r>
            <a:endParaRPr>
              <a:solidFill>
                <a:schemeClr val="lt1"/>
              </a:solidFill>
            </a:endParaRPr>
          </a:p>
        </p:txBody>
      </p:sp>
      <p:sp>
        <p:nvSpPr>
          <p:cNvPr id="305" name="Google Shape;305;p42"/>
          <p:cNvSpPr txBox="1"/>
          <p:nvPr>
            <p:ph idx="4294967295" type="body"/>
          </p:nvPr>
        </p:nvSpPr>
        <p:spPr>
          <a:xfrm>
            <a:off x="3480453" y="3004317"/>
            <a:ext cx="5111700" cy="7992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Clr>
                <a:schemeClr val="lt1"/>
              </a:buClr>
              <a:buSzPts val="1800"/>
              <a:buChar char="●"/>
            </a:pPr>
            <a:r>
              <a:rPr lang="en">
                <a:solidFill>
                  <a:schemeClr val="lt1"/>
                </a:solidFill>
              </a:rPr>
              <a:t>Lorem ipsum dolor sit amet</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Sed do eiusmod tempor incididunt ut labore</a:t>
            </a:r>
            <a:endParaRPr>
              <a:solidFill>
                <a:schemeClr val="lt1"/>
              </a:solidFill>
            </a:endParaRPr>
          </a:p>
        </p:txBody>
      </p:sp>
      <p:grpSp>
        <p:nvGrpSpPr>
          <p:cNvPr id="306" name="Google Shape;306;p42"/>
          <p:cNvGrpSpPr/>
          <p:nvPr/>
        </p:nvGrpSpPr>
        <p:grpSpPr>
          <a:xfrm>
            <a:off x="424825" y="3874103"/>
            <a:ext cx="8294360" cy="799447"/>
            <a:chOff x="424813" y="3871259"/>
            <a:chExt cx="8294360" cy="849933"/>
          </a:xfrm>
        </p:grpSpPr>
        <p:sp>
          <p:nvSpPr>
            <p:cNvPr id="307" name="Google Shape;307;p42"/>
            <p:cNvSpPr/>
            <p:nvPr/>
          </p:nvSpPr>
          <p:spPr>
            <a:xfrm>
              <a:off x="2927672" y="3871292"/>
              <a:ext cx="5791500" cy="849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42"/>
            <p:cNvSpPr/>
            <p:nvPr/>
          </p:nvSpPr>
          <p:spPr>
            <a:xfrm>
              <a:off x="424813" y="3871259"/>
              <a:ext cx="3055800" cy="849900"/>
            </a:xfrm>
            <a:prstGeom prst="homePlate">
              <a:avLst>
                <a:gd fmla="val 26719"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9" name="Google Shape;309;p42"/>
          <p:cNvSpPr txBox="1"/>
          <p:nvPr>
            <p:ph idx="4294967295" type="body"/>
          </p:nvPr>
        </p:nvSpPr>
        <p:spPr>
          <a:xfrm>
            <a:off x="539675" y="3874100"/>
            <a:ext cx="2422500" cy="7992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lt1"/>
                </a:solidFill>
              </a:rPr>
              <a:t>Deliverable 4</a:t>
            </a:r>
            <a:endParaRPr>
              <a:solidFill>
                <a:schemeClr val="lt1"/>
              </a:solidFill>
            </a:endParaRPr>
          </a:p>
        </p:txBody>
      </p:sp>
      <p:sp>
        <p:nvSpPr>
          <p:cNvPr id="310" name="Google Shape;310;p42"/>
          <p:cNvSpPr txBox="1"/>
          <p:nvPr>
            <p:ph idx="4294967295" type="body"/>
          </p:nvPr>
        </p:nvSpPr>
        <p:spPr>
          <a:xfrm>
            <a:off x="3480453" y="3876311"/>
            <a:ext cx="5111700" cy="7992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Clr>
                <a:schemeClr val="lt1"/>
              </a:buClr>
              <a:buSzPts val="1800"/>
              <a:buChar char="●"/>
            </a:pPr>
            <a:r>
              <a:rPr lang="en">
                <a:solidFill>
                  <a:schemeClr val="lt1"/>
                </a:solidFill>
              </a:rPr>
              <a:t>Lorem ipsum dolor sit amet</a:t>
            </a:r>
            <a:endParaRPr>
              <a:solidFill>
                <a:schemeClr val="lt1"/>
              </a:solidFill>
            </a:endParaRPr>
          </a:p>
          <a:p>
            <a:pPr indent="-342900" lvl="0" marL="457200" rtl="0" algn="l">
              <a:spcBef>
                <a:spcPts val="0"/>
              </a:spcBef>
              <a:spcAft>
                <a:spcPts val="0"/>
              </a:spcAft>
              <a:buClr>
                <a:schemeClr val="lt1"/>
              </a:buClr>
              <a:buSzPts val="1800"/>
              <a:buChar char="●"/>
            </a:pPr>
            <a:r>
              <a:rPr lang="en">
                <a:solidFill>
                  <a:schemeClr val="lt1"/>
                </a:solidFill>
              </a:rPr>
              <a:t>Sed do eiusmod tempor incididunt ut labore</a:t>
            </a:r>
            <a:endParaRPr>
              <a:solidFill>
                <a:schemeClr val="lt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4" name="Shape 314"/>
        <p:cNvGrpSpPr/>
        <p:nvPr/>
      </p:nvGrpSpPr>
      <p:grpSpPr>
        <a:xfrm>
          <a:off x="0" y="0"/>
          <a:ext cx="0" cy="0"/>
          <a:chOff x="0" y="0"/>
          <a:chExt cx="0" cy="0"/>
        </a:xfrm>
      </p:grpSpPr>
      <p:graphicFrame>
        <p:nvGraphicFramePr>
          <p:cNvPr id="315" name="Google Shape;315;p43"/>
          <p:cNvGraphicFramePr/>
          <p:nvPr/>
        </p:nvGraphicFramePr>
        <p:xfrm>
          <a:off x="484113" y="1215612"/>
          <a:ext cx="3000000" cy="3000000"/>
        </p:xfrm>
        <a:graphic>
          <a:graphicData uri="http://schemas.openxmlformats.org/drawingml/2006/table">
            <a:tbl>
              <a:tblPr>
                <a:noFill/>
                <a:tableStyleId>{97A8A190-CAC6-4B59-9D57-CC3FAA2F4267}</a:tableStyleId>
              </a:tblPr>
              <a:tblGrid>
                <a:gridCol w="1004425"/>
                <a:gridCol w="1004425"/>
                <a:gridCol w="1004425"/>
                <a:gridCol w="1004425"/>
                <a:gridCol w="1004425"/>
                <a:gridCol w="1004425"/>
                <a:gridCol w="1004425"/>
                <a:gridCol w="1004425"/>
              </a:tblGrid>
              <a:tr h="369075">
                <a:tc>
                  <a:txBody>
                    <a:bodyPr/>
                    <a:lstStyle/>
                    <a:p>
                      <a:pPr indent="0" lvl="0" marL="0" rtl="0" algn="ctr">
                        <a:spcBef>
                          <a:spcPts val="0"/>
                        </a:spcBef>
                        <a:spcAft>
                          <a:spcPts val="0"/>
                        </a:spcAft>
                        <a:buNone/>
                      </a:pPr>
                      <a:r>
                        <a:rPr lang="en">
                          <a:solidFill>
                            <a:schemeClr val="lt1"/>
                          </a:solidFill>
                        </a:rPr>
                        <a:t>Jan</a:t>
                      </a:r>
                      <a:endParaRPr>
                        <a:solidFill>
                          <a:schemeClr val="lt1"/>
                        </a:solidFill>
                      </a:endParaRPr>
                    </a:p>
                  </a:txBody>
                  <a:tcPr marT="91425" marB="91425" marR="91425" marL="91425">
                    <a:lnL cap="flat" cmpd="sng" w="9525">
                      <a:solidFill>
                        <a:schemeClr val="lt2">
                          <a:alpha val="0"/>
                        </a:schemeClr>
                      </a:solidFill>
                      <a:prstDash val="dash"/>
                      <a:round/>
                      <a:headEnd len="sm" w="sm" type="none"/>
                      <a:tailEnd len="sm" w="sm" type="none"/>
                    </a:lnL>
                    <a:lnR cap="flat" cmpd="sng" w="9525">
                      <a:solidFill>
                        <a:schemeClr val="lt2">
                          <a:alpha val="0"/>
                        </a:schemeClr>
                      </a:solidFill>
                      <a:prstDash val="dash"/>
                      <a:round/>
                      <a:headEnd len="sm" w="sm" type="none"/>
                      <a:tailEnd len="sm" w="sm" type="none"/>
                    </a:lnR>
                    <a:lnT cap="flat" cmpd="sng" w="9525">
                      <a:solidFill>
                        <a:schemeClr val="lt2">
                          <a:alpha val="0"/>
                        </a:schemeClr>
                      </a:solidFill>
                      <a:prstDash val="dash"/>
                      <a:round/>
                      <a:headEnd len="sm" w="sm" type="none"/>
                      <a:tailEnd len="sm" w="sm" type="none"/>
                    </a:lnT>
                    <a:lnB cap="flat" cmpd="sng" w="9525">
                      <a:solidFill>
                        <a:schemeClr val="lt2">
                          <a:alpha val="0"/>
                        </a:schemeClr>
                      </a:solidFill>
                      <a:prstDash val="dash"/>
                      <a:round/>
                      <a:headEnd len="sm" w="sm" type="none"/>
                      <a:tailEnd len="sm" w="sm" type="none"/>
                    </a:lnB>
                    <a:solidFill>
                      <a:schemeClr val="dk1"/>
                    </a:solidFill>
                  </a:tcPr>
                </a:tc>
                <a:tc>
                  <a:txBody>
                    <a:bodyPr/>
                    <a:lstStyle/>
                    <a:p>
                      <a:pPr indent="0" lvl="0" marL="0" rtl="0" algn="ctr">
                        <a:spcBef>
                          <a:spcPts val="0"/>
                        </a:spcBef>
                        <a:spcAft>
                          <a:spcPts val="0"/>
                        </a:spcAft>
                        <a:buNone/>
                      </a:pPr>
                      <a:r>
                        <a:rPr lang="en">
                          <a:solidFill>
                            <a:schemeClr val="lt1"/>
                          </a:solidFill>
                        </a:rPr>
                        <a:t>Feb</a:t>
                      </a:r>
                      <a:endParaRPr>
                        <a:solidFill>
                          <a:schemeClr val="lt1"/>
                        </a:solidFill>
                      </a:endParaRPr>
                    </a:p>
                  </a:txBody>
                  <a:tcPr marT="91425" marB="91425" marR="91425" marL="91425">
                    <a:lnL cap="flat" cmpd="sng" w="9525">
                      <a:solidFill>
                        <a:schemeClr val="lt2">
                          <a:alpha val="0"/>
                        </a:schemeClr>
                      </a:solidFill>
                      <a:prstDash val="dash"/>
                      <a:round/>
                      <a:headEnd len="sm" w="sm" type="none"/>
                      <a:tailEnd len="sm" w="sm" type="none"/>
                    </a:lnL>
                    <a:lnR cap="flat" cmpd="sng" w="9525">
                      <a:solidFill>
                        <a:schemeClr val="lt2">
                          <a:alpha val="0"/>
                        </a:schemeClr>
                      </a:solidFill>
                      <a:prstDash val="dash"/>
                      <a:round/>
                      <a:headEnd len="sm" w="sm" type="none"/>
                      <a:tailEnd len="sm" w="sm" type="none"/>
                    </a:lnR>
                    <a:lnT cap="flat" cmpd="sng" w="9525">
                      <a:solidFill>
                        <a:schemeClr val="lt2">
                          <a:alpha val="0"/>
                        </a:schemeClr>
                      </a:solidFill>
                      <a:prstDash val="dash"/>
                      <a:round/>
                      <a:headEnd len="sm" w="sm" type="none"/>
                      <a:tailEnd len="sm" w="sm" type="none"/>
                    </a:lnT>
                    <a:lnB cap="flat" cmpd="sng" w="9525">
                      <a:solidFill>
                        <a:schemeClr val="lt2">
                          <a:alpha val="0"/>
                        </a:schemeClr>
                      </a:solidFill>
                      <a:prstDash val="dash"/>
                      <a:round/>
                      <a:headEnd len="sm" w="sm" type="none"/>
                      <a:tailEnd len="sm" w="sm" type="none"/>
                    </a:lnB>
                    <a:solidFill>
                      <a:schemeClr val="dk1"/>
                    </a:solidFill>
                  </a:tcPr>
                </a:tc>
                <a:tc>
                  <a:txBody>
                    <a:bodyPr/>
                    <a:lstStyle/>
                    <a:p>
                      <a:pPr indent="0" lvl="0" marL="0" rtl="0" algn="ctr">
                        <a:spcBef>
                          <a:spcPts val="0"/>
                        </a:spcBef>
                        <a:spcAft>
                          <a:spcPts val="0"/>
                        </a:spcAft>
                        <a:buNone/>
                      </a:pPr>
                      <a:r>
                        <a:rPr lang="en">
                          <a:solidFill>
                            <a:schemeClr val="lt1"/>
                          </a:solidFill>
                        </a:rPr>
                        <a:t>Mar</a:t>
                      </a:r>
                      <a:endParaRPr>
                        <a:solidFill>
                          <a:schemeClr val="lt1"/>
                        </a:solidFill>
                      </a:endParaRPr>
                    </a:p>
                  </a:txBody>
                  <a:tcPr marT="91425" marB="91425" marR="91425" marL="91425">
                    <a:lnL cap="flat" cmpd="sng" w="9525">
                      <a:solidFill>
                        <a:schemeClr val="lt2">
                          <a:alpha val="0"/>
                        </a:schemeClr>
                      </a:solidFill>
                      <a:prstDash val="dash"/>
                      <a:round/>
                      <a:headEnd len="sm" w="sm" type="none"/>
                      <a:tailEnd len="sm" w="sm" type="none"/>
                    </a:lnL>
                    <a:lnR cap="flat" cmpd="sng" w="9525">
                      <a:solidFill>
                        <a:schemeClr val="lt2">
                          <a:alpha val="0"/>
                        </a:schemeClr>
                      </a:solidFill>
                      <a:prstDash val="dash"/>
                      <a:round/>
                      <a:headEnd len="sm" w="sm" type="none"/>
                      <a:tailEnd len="sm" w="sm" type="none"/>
                    </a:lnR>
                    <a:lnT cap="flat" cmpd="sng" w="9525">
                      <a:solidFill>
                        <a:schemeClr val="lt2">
                          <a:alpha val="0"/>
                        </a:schemeClr>
                      </a:solidFill>
                      <a:prstDash val="dash"/>
                      <a:round/>
                      <a:headEnd len="sm" w="sm" type="none"/>
                      <a:tailEnd len="sm" w="sm" type="none"/>
                    </a:lnT>
                    <a:lnB cap="flat" cmpd="sng" w="9525">
                      <a:solidFill>
                        <a:schemeClr val="lt2">
                          <a:alpha val="0"/>
                        </a:schemeClr>
                      </a:solidFill>
                      <a:prstDash val="dash"/>
                      <a:round/>
                      <a:headEnd len="sm" w="sm" type="none"/>
                      <a:tailEnd len="sm" w="sm" type="none"/>
                    </a:lnB>
                    <a:solidFill>
                      <a:schemeClr val="dk1"/>
                    </a:solidFill>
                  </a:tcPr>
                </a:tc>
                <a:tc>
                  <a:txBody>
                    <a:bodyPr/>
                    <a:lstStyle/>
                    <a:p>
                      <a:pPr indent="0" lvl="0" marL="0" rtl="0" algn="ctr">
                        <a:spcBef>
                          <a:spcPts val="0"/>
                        </a:spcBef>
                        <a:spcAft>
                          <a:spcPts val="0"/>
                        </a:spcAft>
                        <a:buNone/>
                      </a:pPr>
                      <a:r>
                        <a:rPr lang="en">
                          <a:solidFill>
                            <a:schemeClr val="lt1"/>
                          </a:solidFill>
                        </a:rPr>
                        <a:t>Apr</a:t>
                      </a:r>
                      <a:endParaRPr>
                        <a:solidFill>
                          <a:schemeClr val="lt1"/>
                        </a:solidFill>
                      </a:endParaRPr>
                    </a:p>
                  </a:txBody>
                  <a:tcPr marT="91425" marB="91425" marR="91425" marL="91425">
                    <a:lnL cap="flat" cmpd="sng" w="9525">
                      <a:solidFill>
                        <a:schemeClr val="lt2">
                          <a:alpha val="0"/>
                        </a:schemeClr>
                      </a:solidFill>
                      <a:prstDash val="dash"/>
                      <a:round/>
                      <a:headEnd len="sm" w="sm" type="none"/>
                      <a:tailEnd len="sm" w="sm" type="none"/>
                    </a:lnL>
                    <a:lnR cap="flat" cmpd="sng" w="9525">
                      <a:solidFill>
                        <a:schemeClr val="lt2">
                          <a:alpha val="0"/>
                        </a:schemeClr>
                      </a:solidFill>
                      <a:prstDash val="dash"/>
                      <a:round/>
                      <a:headEnd len="sm" w="sm" type="none"/>
                      <a:tailEnd len="sm" w="sm" type="none"/>
                    </a:lnR>
                    <a:lnT cap="flat" cmpd="sng" w="9525">
                      <a:solidFill>
                        <a:schemeClr val="lt2">
                          <a:alpha val="0"/>
                        </a:schemeClr>
                      </a:solidFill>
                      <a:prstDash val="dash"/>
                      <a:round/>
                      <a:headEnd len="sm" w="sm" type="none"/>
                      <a:tailEnd len="sm" w="sm" type="none"/>
                    </a:lnT>
                    <a:lnB cap="flat" cmpd="sng" w="9525">
                      <a:solidFill>
                        <a:schemeClr val="lt2">
                          <a:alpha val="0"/>
                        </a:schemeClr>
                      </a:solidFill>
                      <a:prstDash val="dash"/>
                      <a:round/>
                      <a:headEnd len="sm" w="sm" type="none"/>
                      <a:tailEnd len="sm" w="sm" type="none"/>
                    </a:lnB>
                    <a:solidFill>
                      <a:schemeClr val="dk1"/>
                    </a:solidFill>
                  </a:tcPr>
                </a:tc>
                <a:tc>
                  <a:txBody>
                    <a:bodyPr/>
                    <a:lstStyle/>
                    <a:p>
                      <a:pPr indent="0" lvl="0" marL="0" rtl="0" algn="ctr">
                        <a:spcBef>
                          <a:spcPts val="0"/>
                        </a:spcBef>
                        <a:spcAft>
                          <a:spcPts val="0"/>
                        </a:spcAft>
                        <a:buNone/>
                      </a:pPr>
                      <a:r>
                        <a:rPr lang="en">
                          <a:solidFill>
                            <a:schemeClr val="lt1"/>
                          </a:solidFill>
                        </a:rPr>
                        <a:t>May</a:t>
                      </a:r>
                      <a:endParaRPr>
                        <a:solidFill>
                          <a:schemeClr val="lt1"/>
                        </a:solidFill>
                      </a:endParaRPr>
                    </a:p>
                  </a:txBody>
                  <a:tcPr marT="91425" marB="91425" marR="91425" marL="91425">
                    <a:lnL cap="flat" cmpd="sng" w="9525">
                      <a:solidFill>
                        <a:schemeClr val="lt2">
                          <a:alpha val="0"/>
                        </a:schemeClr>
                      </a:solidFill>
                      <a:prstDash val="dash"/>
                      <a:round/>
                      <a:headEnd len="sm" w="sm" type="none"/>
                      <a:tailEnd len="sm" w="sm" type="none"/>
                    </a:lnL>
                    <a:lnR cap="flat" cmpd="sng" w="9525">
                      <a:solidFill>
                        <a:schemeClr val="lt2">
                          <a:alpha val="0"/>
                        </a:schemeClr>
                      </a:solidFill>
                      <a:prstDash val="dash"/>
                      <a:round/>
                      <a:headEnd len="sm" w="sm" type="none"/>
                      <a:tailEnd len="sm" w="sm" type="none"/>
                    </a:lnR>
                    <a:lnT cap="flat" cmpd="sng" w="9525">
                      <a:solidFill>
                        <a:schemeClr val="lt2">
                          <a:alpha val="0"/>
                        </a:schemeClr>
                      </a:solidFill>
                      <a:prstDash val="dash"/>
                      <a:round/>
                      <a:headEnd len="sm" w="sm" type="none"/>
                      <a:tailEnd len="sm" w="sm" type="none"/>
                    </a:lnT>
                    <a:lnB cap="flat" cmpd="sng" w="9525">
                      <a:solidFill>
                        <a:schemeClr val="lt2">
                          <a:alpha val="0"/>
                        </a:schemeClr>
                      </a:solidFill>
                      <a:prstDash val="dash"/>
                      <a:round/>
                      <a:headEnd len="sm" w="sm" type="none"/>
                      <a:tailEnd len="sm" w="sm" type="none"/>
                    </a:lnB>
                    <a:solidFill>
                      <a:schemeClr val="dk1"/>
                    </a:solidFill>
                  </a:tcPr>
                </a:tc>
                <a:tc>
                  <a:txBody>
                    <a:bodyPr/>
                    <a:lstStyle/>
                    <a:p>
                      <a:pPr indent="0" lvl="0" marL="0" rtl="0" algn="ctr">
                        <a:spcBef>
                          <a:spcPts val="0"/>
                        </a:spcBef>
                        <a:spcAft>
                          <a:spcPts val="0"/>
                        </a:spcAft>
                        <a:buNone/>
                      </a:pPr>
                      <a:r>
                        <a:rPr lang="en">
                          <a:solidFill>
                            <a:schemeClr val="lt1"/>
                          </a:solidFill>
                        </a:rPr>
                        <a:t>Jun</a:t>
                      </a:r>
                      <a:endParaRPr>
                        <a:solidFill>
                          <a:schemeClr val="lt1"/>
                        </a:solidFill>
                      </a:endParaRPr>
                    </a:p>
                  </a:txBody>
                  <a:tcPr marT="91425" marB="91425" marR="91425" marL="91425">
                    <a:lnL cap="flat" cmpd="sng" w="9525">
                      <a:solidFill>
                        <a:schemeClr val="lt2">
                          <a:alpha val="0"/>
                        </a:schemeClr>
                      </a:solidFill>
                      <a:prstDash val="dash"/>
                      <a:round/>
                      <a:headEnd len="sm" w="sm" type="none"/>
                      <a:tailEnd len="sm" w="sm" type="none"/>
                    </a:lnL>
                    <a:lnR cap="flat" cmpd="sng" w="9525">
                      <a:solidFill>
                        <a:schemeClr val="lt2">
                          <a:alpha val="0"/>
                        </a:schemeClr>
                      </a:solidFill>
                      <a:prstDash val="dash"/>
                      <a:round/>
                      <a:headEnd len="sm" w="sm" type="none"/>
                      <a:tailEnd len="sm" w="sm" type="none"/>
                    </a:lnR>
                    <a:lnT cap="flat" cmpd="sng" w="9525">
                      <a:solidFill>
                        <a:schemeClr val="lt2">
                          <a:alpha val="0"/>
                        </a:schemeClr>
                      </a:solidFill>
                      <a:prstDash val="dash"/>
                      <a:round/>
                      <a:headEnd len="sm" w="sm" type="none"/>
                      <a:tailEnd len="sm" w="sm" type="none"/>
                    </a:lnT>
                    <a:lnB cap="flat" cmpd="sng" w="9525">
                      <a:solidFill>
                        <a:schemeClr val="lt2">
                          <a:alpha val="0"/>
                        </a:schemeClr>
                      </a:solidFill>
                      <a:prstDash val="dash"/>
                      <a:round/>
                      <a:headEnd len="sm" w="sm" type="none"/>
                      <a:tailEnd len="sm" w="sm" type="none"/>
                    </a:lnB>
                    <a:solidFill>
                      <a:schemeClr val="dk1"/>
                    </a:solidFill>
                  </a:tcPr>
                </a:tc>
                <a:tc>
                  <a:txBody>
                    <a:bodyPr/>
                    <a:lstStyle/>
                    <a:p>
                      <a:pPr indent="0" lvl="0" marL="0" rtl="0" algn="ctr">
                        <a:spcBef>
                          <a:spcPts val="0"/>
                        </a:spcBef>
                        <a:spcAft>
                          <a:spcPts val="0"/>
                        </a:spcAft>
                        <a:buNone/>
                      </a:pPr>
                      <a:r>
                        <a:rPr lang="en">
                          <a:solidFill>
                            <a:schemeClr val="lt1"/>
                          </a:solidFill>
                        </a:rPr>
                        <a:t>Jul</a:t>
                      </a:r>
                      <a:endParaRPr>
                        <a:solidFill>
                          <a:schemeClr val="lt1"/>
                        </a:solidFill>
                      </a:endParaRPr>
                    </a:p>
                  </a:txBody>
                  <a:tcPr marT="91425" marB="91425" marR="91425" marL="91425">
                    <a:lnL cap="flat" cmpd="sng" w="9525">
                      <a:solidFill>
                        <a:schemeClr val="lt2">
                          <a:alpha val="0"/>
                        </a:schemeClr>
                      </a:solidFill>
                      <a:prstDash val="dash"/>
                      <a:round/>
                      <a:headEnd len="sm" w="sm" type="none"/>
                      <a:tailEnd len="sm" w="sm" type="none"/>
                    </a:lnL>
                    <a:lnR cap="flat" cmpd="sng" w="9525">
                      <a:solidFill>
                        <a:schemeClr val="lt2">
                          <a:alpha val="0"/>
                        </a:schemeClr>
                      </a:solidFill>
                      <a:prstDash val="dash"/>
                      <a:round/>
                      <a:headEnd len="sm" w="sm" type="none"/>
                      <a:tailEnd len="sm" w="sm" type="none"/>
                    </a:lnR>
                    <a:lnT cap="flat" cmpd="sng" w="9525">
                      <a:solidFill>
                        <a:schemeClr val="lt2">
                          <a:alpha val="0"/>
                        </a:schemeClr>
                      </a:solidFill>
                      <a:prstDash val="dash"/>
                      <a:round/>
                      <a:headEnd len="sm" w="sm" type="none"/>
                      <a:tailEnd len="sm" w="sm" type="none"/>
                    </a:lnT>
                    <a:lnB cap="flat" cmpd="sng" w="9525">
                      <a:solidFill>
                        <a:schemeClr val="lt2">
                          <a:alpha val="0"/>
                        </a:schemeClr>
                      </a:solidFill>
                      <a:prstDash val="dash"/>
                      <a:round/>
                      <a:headEnd len="sm" w="sm" type="none"/>
                      <a:tailEnd len="sm" w="sm" type="none"/>
                    </a:lnB>
                    <a:solidFill>
                      <a:schemeClr val="dk1"/>
                    </a:solidFill>
                  </a:tcPr>
                </a:tc>
                <a:tc>
                  <a:txBody>
                    <a:bodyPr/>
                    <a:lstStyle/>
                    <a:p>
                      <a:pPr indent="0" lvl="0" marL="0" rtl="0" algn="ctr">
                        <a:spcBef>
                          <a:spcPts val="0"/>
                        </a:spcBef>
                        <a:spcAft>
                          <a:spcPts val="0"/>
                        </a:spcAft>
                        <a:buNone/>
                      </a:pPr>
                      <a:r>
                        <a:rPr lang="en">
                          <a:solidFill>
                            <a:schemeClr val="lt1"/>
                          </a:solidFill>
                        </a:rPr>
                        <a:t>Jul</a:t>
                      </a:r>
                      <a:endParaRPr>
                        <a:solidFill>
                          <a:schemeClr val="lt1"/>
                        </a:solidFill>
                      </a:endParaRPr>
                    </a:p>
                  </a:txBody>
                  <a:tcPr marT="91425" marB="91425" marR="91425" marL="91425">
                    <a:lnL cap="flat" cmpd="sng" w="9525">
                      <a:solidFill>
                        <a:schemeClr val="lt2">
                          <a:alpha val="0"/>
                        </a:schemeClr>
                      </a:solidFill>
                      <a:prstDash val="dash"/>
                      <a:round/>
                      <a:headEnd len="sm" w="sm" type="none"/>
                      <a:tailEnd len="sm" w="sm" type="none"/>
                    </a:lnL>
                    <a:lnR cap="flat" cmpd="sng" w="9525">
                      <a:solidFill>
                        <a:schemeClr val="lt2">
                          <a:alpha val="0"/>
                        </a:schemeClr>
                      </a:solidFill>
                      <a:prstDash val="dash"/>
                      <a:round/>
                      <a:headEnd len="sm" w="sm" type="none"/>
                      <a:tailEnd len="sm" w="sm" type="none"/>
                    </a:lnR>
                    <a:lnT cap="flat" cmpd="sng" w="9525">
                      <a:solidFill>
                        <a:schemeClr val="lt2">
                          <a:alpha val="0"/>
                        </a:schemeClr>
                      </a:solidFill>
                      <a:prstDash val="dash"/>
                      <a:round/>
                      <a:headEnd len="sm" w="sm" type="none"/>
                      <a:tailEnd len="sm" w="sm" type="none"/>
                    </a:lnT>
                    <a:lnB cap="flat" cmpd="sng" w="9525">
                      <a:solidFill>
                        <a:schemeClr val="lt2">
                          <a:alpha val="0"/>
                        </a:schemeClr>
                      </a:solidFill>
                      <a:prstDash val="dash"/>
                      <a:round/>
                      <a:headEnd len="sm" w="sm" type="none"/>
                      <a:tailEnd len="sm" w="sm" type="none"/>
                    </a:lnB>
                    <a:solidFill>
                      <a:schemeClr val="dk1"/>
                    </a:solidFill>
                  </a:tcPr>
                </a:tc>
              </a:tr>
              <a:tr h="2904200">
                <a:tc>
                  <a:txBody>
                    <a:bodyPr/>
                    <a:lstStyle/>
                    <a:p>
                      <a:pPr indent="0" lvl="0" marL="0" rtl="0" algn="l">
                        <a:spcBef>
                          <a:spcPts val="0"/>
                        </a:spcBef>
                        <a:spcAft>
                          <a:spcPts val="0"/>
                        </a:spcAft>
                        <a:buNone/>
                      </a:pPr>
                      <a:r>
                        <a:t/>
                      </a:r>
                      <a:endParaRPr sz="1400"/>
                    </a:p>
                  </a:txBody>
                  <a:tcPr marT="91425" marB="91425" marR="91425" marL="91425">
                    <a:lnL cap="flat" cmpd="sng" w="9525">
                      <a:solidFill>
                        <a:schemeClr val="lt2"/>
                      </a:solidFill>
                      <a:prstDash val="dash"/>
                      <a:round/>
                      <a:headEnd len="sm" w="sm" type="none"/>
                      <a:tailEnd len="sm" w="sm" type="none"/>
                    </a:lnL>
                    <a:lnR cap="flat" cmpd="sng" w="9525">
                      <a:solidFill>
                        <a:schemeClr val="lt2"/>
                      </a:solidFill>
                      <a:prstDash val="dash"/>
                      <a:round/>
                      <a:headEnd len="sm" w="sm" type="none"/>
                      <a:tailEnd len="sm" w="sm" type="none"/>
                    </a:lnR>
                    <a:lnT cap="flat" cmpd="sng" w="9525">
                      <a:solidFill>
                        <a:schemeClr val="lt2">
                          <a:alpha val="0"/>
                        </a:schemeClr>
                      </a:solidFill>
                      <a:prstDash val="dash"/>
                      <a:round/>
                      <a:headEnd len="sm" w="sm" type="none"/>
                      <a:tailEnd len="sm" w="sm" type="none"/>
                    </a:lnT>
                    <a:lnB cap="flat" cmpd="sng" w="9525">
                      <a:solidFill>
                        <a:schemeClr val="lt2"/>
                      </a:solidFill>
                      <a:prstDash val="dash"/>
                      <a:round/>
                      <a:headEnd len="sm" w="sm" type="none"/>
                      <a:tailEnd len="sm" w="sm" type="none"/>
                    </a:lnB>
                  </a:tcPr>
                </a:tc>
                <a:tc>
                  <a:txBody>
                    <a:bodyPr/>
                    <a:lstStyle/>
                    <a:p>
                      <a:pPr indent="0" lvl="0" marL="0" rtl="0" algn="l">
                        <a:spcBef>
                          <a:spcPts val="0"/>
                        </a:spcBef>
                        <a:spcAft>
                          <a:spcPts val="0"/>
                        </a:spcAft>
                        <a:buNone/>
                      </a:pPr>
                      <a:r>
                        <a:t/>
                      </a:r>
                      <a:endParaRPr sz="1400"/>
                    </a:p>
                  </a:txBody>
                  <a:tcPr marT="91425" marB="91425" marR="91425" marL="91425">
                    <a:lnL cap="flat" cmpd="sng" w="9525">
                      <a:solidFill>
                        <a:schemeClr val="lt2"/>
                      </a:solidFill>
                      <a:prstDash val="dash"/>
                      <a:round/>
                      <a:headEnd len="sm" w="sm" type="none"/>
                      <a:tailEnd len="sm" w="sm" type="none"/>
                    </a:lnL>
                    <a:lnR cap="flat" cmpd="sng" w="9525">
                      <a:solidFill>
                        <a:schemeClr val="lt2"/>
                      </a:solidFill>
                      <a:prstDash val="dash"/>
                      <a:round/>
                      <a:headEnd len="sm" w="sm" type="none"/>
                      <a:tailEnd len="sm" w="sm" type="none"/>
                    </a:lnR>
                    <a:lnT cap="flat" cmpd="sng" w="9525">
                      <a:solidFill>
                        <a:schemeClr val="lt2">
                          <a:alpha val="0"/>
                        </a:schemeClr>
                      </a:solidFill>
                      <a:prstDash val="dash"/>
                      <a:round/>
                      <a:headEnd len="sm" w="sm" type="none"/>
                      <a:tailEnd len="sm" w="sm" type="none"/>
                    </a:lnT>
                    <a:lnB cap="flat" cmpd="sng" w="9525">
                      <a:solidFill>
                        <a:schemeClr val="lt2"/>
                      </a:solidFill>
                      <a:prstDash val="dash"/>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lt2"/>
                      </a:solidFill>
                      <a:prstDash val="dash"/>
                      <a:round/>
                      <a:headEnd len="sm" w="sm" type="none"/>
                      <a:tailEnd len="sm" w="sm" type="none"/>
                    </a:lnL>
                    <a:lnR cap="flat" cmpd="sng" w="9525">
                      <a:solidFill>
                        <a:schemeClr val="lt2"/>
                      </a:solidFill>
                      <a:prstDash val="dash"/>
                      <a:round/>
                      <a:headEnd len="sm" w="sm" type="none"/>
                      <a:tailEnd len="sm" w="sm" type="none"/>
                    </a:lnR>
                    <a:lnT cap="flat" cmpd="sng" w="9525">
                      <a:solidFill>
                        <a:schemeClr val="lt2">
                          <a:alpha val="0"/>
                        </a:schemeClr>
                      </a:solidFill>
                      <a:prstDash val="dash"/>
                      <a:round/>
                      <a:headEnd len="sm" w="sm" type="none"/>
                      <a:tailEnd len="sm" w="sm" type="none"/>
                    </a:lnT>
                    <a:lnB cap="flat" cmpd="sng" w="9525">
                      <a:solidFill>
                        <a:schemeClr val="lt2"/>
                      </a:solidFill>
                      <a:prstDash val="dash"/>
                      <a:round/>
                      <a:headEnd len="sm" w="sm" type="none"/>
                      <a:tailEnd len="sm" w="sm" type="none"/>
                    </a:lnB>
                  </a:tcPr>
                </a:tc>
                <a:tc>
                  <a:txBody>
                    <a:bodyPr/>
                    <a:lstStyle/>
                    <a:p>
                      <a:pPr indent="0" lvl="0" marL="0" rtl="0" algn="l">
                        <a:spcBef>
                          <a:spcPts val="0"/>
                        </a:spcBef>
                        <a:spcAft>
                          <a:spcPts val="0"/>
                        </a:spcAft>
                        <a:buNone/>
                      </a:pPr>
                      <a:r>
                        <a:t/>
                      </a:r>
                      <a:endParaRPr sz="1400"/>
                    </a:p>
                  </a:txBody>
                  <a:tcPr marT="91425" marB="91425" marR="91425" marL="91425">
                    <a:lnL cap="flat" cmpd="sng" w="9525">
                      <a:solidFill>
                        <a:schemeClr val="lt2"/>
                      </a:solidFill>
                      <a:prstDash val="dash"/>
                      <a:round/>
                      <a:headEnd len="sm" w="sm" type="none"/>
                      <a:tailEnd len="sm" w="sm" type="none"/>
                    </a:lnL>
                    <a:lnR cap="flat" cmpd="sng" w="9525">
                      <a:solidFill>
                        <a:schemeClr val="lt2"/>
                      </a:solidFill>
                      <a:prstDash val="dash"/>
                      <a:round/>
                      <a:headEnd len="sm" w="sm" type="none"/>
                      <a:tailEnd len="sm" w="sm" type="none"/>
                    </a:lnR>
                    <a:lnT cap="flat" cmpd="sng" w="9525">
                      <a:solidFill>
                        <a:schemeClr val="lt2">
                          <a:alpha val="0"/>
                        </a:schemeClr>
                      </a:solidFill>
                      <a:prstDash val="dash"/>
                      <a:round/>
                      <a:headEnd len="sm" w="sm" type="none"/>
                      <a:tailEnd len="sm" w="sm" type="none"/>
                    </a:lnT>
                    <a:lnB cap="flat" cmpd="sng" w="9525">
                      <a:solidFill>
                        <a:schemeClr val="lt2"/>
                      </a:solidFill>
                      <a:prstDash val="dash"/>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lt2"/>
                      </a:solidFill>
                      <a:prstDash val="dash"/>
                      <a:round/>
                      <a:headEnd len="sm" w="sm" type="none"/>
                      <a:tailEnd len="sm" w="sm" type="none"/>
                    </a:lnL>
                    <a:lnR cap="flat" cmpd="sng" w="9525">
                      <a:solidFill>
                        <a:schemeClr val="lt2"/>
                      </a:solidFill>
                      <a:prstDash val="dash"/>
                      <a:round/>
                      <a:headEnd len="sm" w="sm" type="none"/>
                      <a:tailEnd len="sm" w="sm" type="none"/>
                    </a:lnR>
                    <a:lnT cap="flat" cmpd="sng" w="9525">
                      <a:solidFill>
                        <a:schemeClr val="lt2">
                          <a:alpha val="0"/>
                        </a:schemeClr>
                      </a:solidFill>
                      <a:prstDash val="dash"/>
                      <a:round/>
                      <a:headEnd len="sm" w="sm" type="none"/>
                      <a:tailEnd len="sm" w="sm" type="none"/>
                    </a:lnT>
                    <a:lnB cap="flat" cmpd="sng" w="9525">
                      <a:solidFill>
                        <a:schemeClr val="lt2"/>
                      </a:solidFill>
                      <a:prstDash val="dash"/>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lt2"/>
                      </a:solidFill>
                      <a:prstDash val="dash"/>
                      <a:round/>
                      <a:headEnd len="sm" w="sm" type="none"/>
                      <a:tailEnd len="sm" w="sm" type="none"/>
                    </a:lnL>
                    <a:lnR cap="flat" cmpd="sng" w="9525">
                      <a:solidFill>
                        <a:schemeClr val="lt2"/>
                      </a:solidFill>
                      <a:prstDash val="dash"/>
                      <a:round/>
                      <a:headEnd len="sm" w="sm" type="none"/>
                      <a:tailEnd len="sm" w="sm" type="none"/>
                    </a:lnR>
                    <a:lnT cap="flat" cmpd="sng" w="9525">
                      <a:solidFill>
                        <a:schemeClr val="lt2">
                          <a:alpha val="0"/>
                        </a:schemeClr>
                      </a:solidFill>
                      <a:prstDash val="dash"/>
                      <a:round/>
                      <a:headEnd len="sm" w="sm" type="none"/>
                      <a:tailEnd len="sm" w="sm" type="none"/>
                    </a:lnT>
                    <a:lnB cap="flat" cmpd="sng" w="9525">
                      <a:solidFill>
                        <a:schemeClr val="lt2"/>
                      </a:solidFill>
                      <a:prstDash val="dash"/>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lt2"/>
                      </a:solidFill>
                      <a:prstDash val="dash"/>
                      <a:round/>
                      <a:headEnd len="sm" w="sm" type="none"/>
                      <a:tailEnd len="sm" w="sm" type="none"/>
                    </a:lnL>
                    <a:lnR cap="flat" cmpd="sng" w="9525">
                      <a:solidFill>
                        <a:schemeClr val="lt2"/>
                      </a:solidFill>
                      <a:prstDash val="dash"/>
                      <a:round/>
                      <a:headEnd len="sm" w="sm" type="none"/>
                      <a:tailEnd len="sm" w="sm" type="none"/>
                    </a:lnR>
                    <a:lnT cap="flat" cmpd="sng" w="9525">
                      <a:solidFill>
                        <a:schemeClr val="lt2">
                          <a:alpha val="0"/>
                        </a:schemeClr>
                      </a:solidFill>
                      <a:prstDash val="dash"/>
                      <a:round/>
                      <a:headEnd len="sm" w="sm" type="none"/>
                      <a:tailEnd len="sm" w="sm" type="none"/>
                    </a:lnT>
                    <a:lnB cap="flat" cmpd="sng" w="9525">
                      <a:solidFill>
                        <a:schemeClr val="lt2"/>
                      </a:solidFill>
                      <a:prstDash val="dash"/>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chemeClr val="lt2"/>
                      </a:solidFill>
                      <a:prstDash val="dash"/>
                      <a:round/>
                      <a:headEnd len="sm" w="sm" type="none"/>
                      <a:tailEnd len="sm" w="sm" type="none"/>
                    </a:lnL>
                    <a:lnR cap="flat" cmpd="sng" w="9525">
                      <a:solidFill>
                        <a:schemeClr val="lt2"/>
                      </a:solidFill>
                      <a:prstDash val="dash"/>
                      <a:round/>
                      <a:headEnd len="sm" w="sm" type="none"/>
                      <a:tailEnd len="sm" w="sm" type="none"/>
                    </a:lnR>
                    <a:lnT cap="flat" cmpd="sng" w="9525">
                      <a:solidFill>
                        <a:schemeClr val="lt2">
                          <a:alpha val="0"/>
                        </a:schemeClr>
                      </a:solidFill>
                      <a:prstDash val="dash"/>
                      <a:round/>
                      <a:headEnd len="sm" w="sm" type="none"/>
                      <a:tailEnd len="sm" w="sm" type="none"/>
                    </a:lnT>
                    <a:lnB cap="flat" cmpd="sng" w="9525">
                      <a:solidFill>
                        <a:schemeClr val="lt2"/>
                      </a:solidFill>
                      <a:prstDash val="dash"/>
                      <a:round/>
                      <a:headEnd len="sm" w="sm" type="none"/>
                      <a:tailEnd len="sm" w="sm" type="none"/>
                    </a:lnB>
                  </a:tcPr>
                </a:tc>
              </a:tr>
            </a:tbl>
          </a:graphicData>
        </a:graphic>
      </p:graphicFrame>
      <p:sp>
        <p:nvSpPr>
          <p:cNvPr id="316" name="Google Shape;316;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Timeline</a:t>
            </a:r>
            <a:endParaRPr/>
          </a:p>
        </p:txBody>
      </p:sp>
      <p:sp>
        <p:nvSpPr>
          <p:cNvPr descr="Timeline background shape" id="317" name="Google Shape;317;p43"/>
          <p:cNvSpPr/>
          <p:nvPr/>
        </p:nvSpPr>
        <p:spPr>
          <a:xfrm>
            <a:off x="489153" y="1744400"/>
            <a:ext cx="2871900" cy="457500"/>
          </a:xfrm>
          <a:prstGeom prst="homePlat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43"/>
          <p:cNvSpPr txBox="1"/>
          <p:nvPr>
            <p:ph idx="4294967295" type="body"/>
          </p:nvPr>
        </p:nvSpPr>
        <p:spPr>
          <a:xfrm>
            <a:off x="565350" y="1744550"/>
            <a:ext cx="2568600" cy="45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Deployment</a:t>
            </a:r>
            <a:endParaRPr>
              <a:solidFill>
                <a:schemeClr val="lt1"/>
              </a:solidFill>
            </a:endParaRPr>
          </a:p>
        </p:txBody>
      </p:sp>
      <p:sp>
        <p:nvSpPr>
          <p:cNvPr descr="Timeline background shape" id="319" name="Google Shape;319;p43"/>
          <p:cNvSpPr/>
          <p:nvPr/>
        </p:nvSpPr>
        <p:spPr>
          <a:xfrm>
            <a:off x="3556750" y="1744400"/>
            <a:ext cx="4804200" cy="457500"/>
          </a:xfrm>
          <a:prstGeom prst="homePlat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43"/>
          <p:cNvSpPr txBox="1"/>
          <p:nvPr>
            <p:ph idx="4294967295" type="body"/>
          </p:nvPr>
        </p:nvSpPr>
        <p:spPr>
          <a:xfrm>
            <a:off x="3632950" y="1736200"/>
            <a:ext cx="4474500" cy="45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In-production services</a:t>
            </a:r>
            <a:endParaRPr>
              <a:solidFill>
                <a:schemeClr val="lt1"/>
              </a:solidFill>
            </a:endParaRPr>
          </a:p>
        </p:txBody>
      </p:sp>
      <p:sp>
        <p:nvSpPr>
          <p:cNvPr id="321" name="Google Shape;321;p43"/>
          <p:cNvSpPr txBox="1"/>
          <p:nvPr>
            <p:ph idx="4294967295" type="body"/>
          </p:nvPr>
        </p:nvSpPr>
        <p:spPr>
          <a:xfrm>
            <a:off x="2589450" y="2328350"/>
            <a:ext cx="2010300" cy="45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Global go-live</a:t>
            </a:r>
            <a:endParaRPr>
              <a:solidFill>
                <a:schemeClr val="dk1"/>
              </a:solidFill>
            </a:endParaRPr>
          </a:p>
        </p:txBody>
      </p:sp>
      <p:grpSp>
        <p:nvGrpSpPr>
          <p:cNvPr id="322" name="Google Shape;322;p43"/>
          <p:cNvGrpSpPr/>
          <p:nvPr/>
        </p:nvGrpSpPr>
        <p:grpSpPr>
          <a:xfrm>
            <a:off x="4497078" y="2920213"/>
            <a:ext cx="3432244" cy="441657"/>
            <a:chOff x="6448870" y="3733723"/>
            <a:chExt cx="2453355" cy="351302"/>
          </a:xfrm>
        </p:grpSpPr>
        <p:sp>
          <p:nvSpPr>
            <p:cNvPr id="323" name="Google Shape;323;p43"/>
            <p:cNvSpPr/>
            <p:nvPr/>
          </p:nvSpPr>
          <p:spPr>
            <a:xfrm>
              <a:off x="6448870" y="3733723"/>
              <a:ext cx="1768500" cy="351300"/>
            </a:xfrm>
            <a:prstGeom prst="homePlat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43"/>
            <p:cNvSpPr/>
            <p:nvPr/>
          </p:nvSpPr>
          <p:spPr>
            <a:xfrm>
              <a:off x="8098525" y="3733725"/>
              <a:ext cx="346500" cy="351300"/>
            </a:xfrm>
            <a:prstGeom prst="chevron">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43"/>
            <p:cNvSpPr/>
            <p:nvPr/>
          </p:nvSpPr>
          <p:spPr>
            <a:xfrm>
              <a:off x="8327125" y="3733725"/>
              <a:ext cx="346500" cy="351300"/>
            </a:xfrm>
            <a:prstGeom prst="chevron">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43"/>
            <p:cNvSpPr/>
            <p:nvPr/>
          </p:nvSpPr>
          <p:spPr>
            <a:xfrm>
              <a:off x="8555725" y="3733725"/>
              <a:ext cx="346500" cy="351300"/>
            </a:xfrm>
            <a:prstGeom prst="chevron">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7" name="Google Shape;327;p43"/>
          <p:cNvSpPr txBox="1"/>
          <p:nvPr>
            <p:ph idx="4294967295" type="body"/>
          </p:nvPr>
        </p:nvSpPr>
        <p:spPr>
          <a:xfrm>
            <a:off x="4573325" y="2912300"/>
            <a:ext cx="2568600" cy="45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Advanced projects</a:t>
            </a:r>
            <a:endParaRPr>
              <a:solidFill>
                <a:schemeClr val="lt1"/>
              </a:solidFill>
            </a:endParaRPr>
          </a:p>
        </p:txBody>
      </p:sp>
      <p:sp>
        <p:nvSpPr>
          <p:cNvPr id="328" name="Google Shape;328;p43"/>
          <p:cNvSpPr txBox="1"/>
          <p:nvPr>
            <p:ph idx="4294967295" type="body"/>
          </p:nvPr>
        </p:nvSpPr>
        <p:spPr>
          <a:xfrm>
            <a:off x="4497125" y="3369950"/>
            <a:ext cx="3432300" cy="1007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n">
                <a:solidFill>
                  <a:schemeClr val="dk1"/>
                </a:solidFill>
              </a:rPr>
              <a:t>Example 1</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Example 2</a:t>
            </a:r>
            <a:endParaRPr>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2" name="Shape 332"/>
        <p:cNvGrpSpPr/>
        <p:nvPr/>
      </p:nvGrpSpPr>
      <p:grpSpPr>
        <a:xfrm>
          <a:off x="0" y="0"/>
          <a:ext cx="0" cy="0"/>
          <a:chOff x="0" y="0"/>
          <a:chExt cx="0" cy="0"/>
        </a:xfrm>
      </p:grpSpPr>
      <p:sp>
        <p:nvSpPr>
          <p:cNvPr id="333" name="Google Shape;333;p44"/>
          <p:cNvSpPr/>
          <p:nvPr/>
        </p:nvSpPr>
        <p:spPr>
          <a:xfrm>
            <a:off x="0" y="0"/>
            <a:ext cx="9161100" cy="2484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44"/>
          <p:cNvSpPr txBox="1"/>
          <p:nvPr>
            <p:ph idx="4294967295" type="title"/>
          </p:nvPr>
        </p:nvSpPr>
        <p:spPr>
          <a:xfrm>
            <a:off x="311700" y="372500"/>
            <a:ext cx="8520600" cy="733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rPr>
              <a:t>The Team</a:t>
            </a:r>
            <a:endParaRPr>
              <a:solidFill>
                <a:schemeClr val="lt1"/>
              </a:solidFill>
            </a:endParaRPr>
          </a:p>
        </p:txBody>
      </p:sp>
      <p:pic>
        <p:nvPicPr>
          <p:cNvPr descr="Corporate headshot of a woman" id="335" name="Google Shape;335;p44"/>
          <p:cNvPicPr preferRelativeResize="0"/>
          <p:nvPr/>
        </p:nvPicPr>
        <p:blipFill>
          <a:blip r:embed="rId3">
            <a:alphaModFix/>
          </a:blip>
          <a:stretch>
            <a:fillRect/>
          </a:stretch>
        </p:blipFill>
        <p:spPr>
          <a:xfrm>
            <a:off x="431463" y="1322225"/>
            <a:ext cx="1644300" cy="1644300"/>
          </a:xfrm>
          <a:prstGeom prst="ellipse">
            <a:avLst/>
          </a:prstGeom>
          <a:noFill/>
          <a:ln>
            <a:noFill/>
          </a:ln>
        </p:spPr>
      </p:pic>
      <p:sp>
        <p:nvSpPr>
          <p:cNvPr id="336" name="Google Shape;336;p44"/>
          <p:cNvSpPr txBox="1"/>
          <p:nvPr>
            <p:ph idx="4294967295" type="body"/>
          </p:nvPr>
        </p:nvSpPr>
        <p:spPr>
          <a:xfrm>
            <a:off x="164950" y="3108900"/>
            <a:ext cx="2177400" cy="4362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700">
                <a:solidFill>
                  <a:schemeClr val="dk1"/>
                </a:solidFill>
              </a:rPr>
              <a:t>Wendy Writer, CEO</a:t>
            </a:r>
            <a:endParaRPr sz="1700">
              <a:solidFill>
                <a:schemeClr val="dk1"/>
              </a:solidFill>
            </a:endParaRPr>
          </a:p>
        </p:txBody>
      </p:sp>
      <p:cxnSp>
        <p:nvCxnSpPr>
          <p:cNvPr id="337" name="Google Shape;337;p44"/>
          <p:cNvCxnSpPr/>
          <p:nvPr/>
        </p:nvCxnSpPr>
        <p:spPr>
          <a:xfrm>
            <a:off x="1118175" y="3561938"/>
            <a:ext cx="270900" cy="0"/>
          </a:xfrm>
          <a:prstGeom prst="straightConnector1">
            <a:avLst/>
          </a:prstGeom>
          <a:noFill/>
          <a:ln cap="flat" cmpd="sng" w="9525">
            <a:solidFill>
              <a:schemeClr val="dk2"/>
            </a:solidFill>
            <a:prstDash val="solid"/>
            <a:round/>
            <a:headEnd len="sm" w="sm" type="none"/>
            <a:tailEnd len="sm" w="sm" type="none"/>
          </a:ln>
        </p:spPr>
      </p:cxnSp>
      <p:sp>
        <p:nvSpPr>
          <p:cNvPr id="338" name="Google Shape;338;p44"/>
          <p:cNvSpPr txBox="1"/>
          <p:nvPr>
            <p:ph idx="4294967295" type="body"/>
          </p:nvPr>
        </p:nvSpPr>
        <p:spPr>
          <a:xfrm>
            <a:off x="164925" y="3641661"/>
            <a:ext cx="2177400" cy="11538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300"/>
              <a:t>Lorem ipsum dolor sit amet, consectetur adipiscing elit, sed do eiusmod tempor</a:t>
            </a:r>
            <a:endParaRPr sz="1300"/>
          </a:p>
        </p:txBody>
      </p:sp>
      <p:pic>
        <p:nvPicPr>
          <p:cNvPr descr="Corporate headshot of a man" id="339" name="Google Shape;339;p44"/>
          <p:cNvPicPr preferRelativeResize="0"/>
          <p:nvPr/>
        </p:nvPicPr>
        <p:blipFill>
          <a:blip r:embed="rId4">
            <a:alphaModFix/>
          </a:blip>
          <a:stretch>
            <a:fillRect/>
          </a:stretch>
        </p:blipFill>
        <p:spPr>
          <a:xfrm>
            <a:off x="3748637" y="1322375"/>
            <a:ext cx="1644300" cy="1644000"/>
          </a:xfrm>
          <a:prstGeom prst="ellipse">
            <a:avLst/>
          </a:prstGeom>
          <a:noFill/>
          <a:ln>
            <a:noFill/>
          </a:ln>
        </p:spPr>
      </p:pic>
      <p:sp>
        <p:nvSpPr>
          <p:cNvPr id="340" name="Google Shape;340;p44"/>
          <p:cNvSpPr txBox="1"/>
          <p:nvPr>
            <p:ph idx="4294967295" type="body"/>
          </p:nvPr>
        </p:nvSpPr>
        <p:spPr>
          <a:xfrm>
            <a:off x="3473774" y="3108900"/>
            <a:ext cx="2177400" cy="4362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700">
                <a:solidFill>
                  <a:schemeClr val="dk1"/>
                </a:solidFill>
              </a:rPr>
              <a:t>Ronny Reader, CFO</a:t>
            </a:r>
            <a:endParaRPr sz="1700">
              <a:solidFill>
                <a:schemeClr val="dk1"/>
              </a:solidFill>
            </a:endParaRPr>
          </a:p>
        </p:txBody>
      </p:sp>
      <p:cxnSp>
        <p:nvCxnSpPr>
          <p:cNvPr id="341" name="Google Shape;341;p44"/>
          <p:cNvCxnSpPr/>
          <p:nvPr/>
        </p:nvCxnSpPr>
        <p:spPr>
          <a:xfrm>
            <a:off x="4427016" y="3561938"/>
            <a:ext cx="270900" cy="0"/>
          </a:xfrm>
          <a:prstGeom prst="straightConnector1">
            <a:avLst/>
          </a:prstGeom>
          <a:noFill/>
          <a:ln cap="flat" cmpd="sng" w="9525">
            <a:solidFill>
              <a:schemeClr val="dk2"/>
            </a:solidFill>
            <a:prstDash val="solid"/>
            <a:round/>
            <a:headEnd len="sm" w="sm" type="none"/>
            <a:tailEnd len="sm" w="sm" type="none"/>
          </a:ln>
        </p:spPr>
      </p:cxnSp>
      <p:sp>
        <p:nvSpPr>
          <p:cNvPr id="342" name="Google Shape;342;p44"/>
          <p:cNvSpPr txBox="1"/>
          <p:nvPr>
            <p:ph idx="4294967295" type="body"/>
          </p:nvPr>
        </p:nvSpPr>
        <p:spPr>
          <a:xfrm>
            <a:off x="3473760" y="3641661"/>
            <a:ext cx="2177400" cy="11538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300"/>
              <a:t>Ut enim ad minim veniam, quis nostrud exercitation ullamco laboris nisi ut aliquip ex ea commodo consequat</a:t>
            </a:r>
            <a:endParaRPr sz="1300"/>
          </a:p>
        </p:txBody>
      </p:sp>
      <p:pic>
        <p:nvPicPr>
          <p:cNvPr descr="Corporate headshot of a woman" id="343" name="Google Shape;343;p44"/>
          <p:cNvPicPr preferRelativeResize="0"/>
          <p:nvPr/>
        </p:nvPicPr>
        <p:blipFill>
          <a:blip r:embed="rId5">
            <a:alphaModFix/>
          </a:blip>
          <a:stretch>
            <a:fillRect/>
          </a:stretch>
        </p:blipFill>
        <p:spPr>
          <a:xfrm>
            <a:off x="6972481" y="1322213"/>
            <a:ext cx="1644300" cy="1644300"/>
          </a:xfrm>
          <a:prstGeom prst="ellipse">
            <a:avLst/>
          </a:prstGeom>
          <a:noFill/>
          <a:ln>
            <a:noFill/>
          </a:ln>
        </p:spPr>
      </p:pic>
      <p:sp>
        <p:nvSpPr>
          <p:cNvPr id="344" name="Google Shape;344;p44"/>
          <p:cNvSpPr txBox="1"/>
          <p:nvPr>
            <p:ph idx="4294967295" type="body"/>
          </p:nvPr>
        </p:nvSpPr>
        <p:spPr>
          <a:xfrm>
            <a:off x="6689282" y="3108900"/>
            <a:ext cx="2177400" cy="4362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700">
                <a:solidFill>
                  <a:schemeClr val="dk1"/>
                </a:solidFill>
              </a:rPr>
              <a:t>Abby Author, CTO</a:t>
            </a:r>
            <a:endParaRPr sz="1700">
              <a:solidFill>
                <a:schemeClr val="dk1"/>
              </a:solidFill>
            </a:endParaRPr>
          </a:p>
        </p:txBody>
      </p:sp>
      <p:cxnSp>
        <p:nvCxnSpPr>
          <p:cNvPr id="345" name="Google Shape;345;p44"/>
          <p:cNvCxnSpPr/>
          <p:nvPr/>
        </p:nvCxnSpPr>
        <p:spPr>
          <a:xfrm>
            <a:off x="7659177" y="3561938"/>
            <a:ext cx="270900" cy="0"/>
          </a:xfrm>
          <a:prstGeom prst="straightConnector1">
            <a:avLst/>
          </a:prstGeom>
          <a:noFill/>
          <a:ln cap="flat" cmpd="sng" w="9525">
            <a:solidFill>
              <a:schemeClr val="dk2"/>
            </a:solidFill>
            <a:prstDash val="solid"/>
            <a:round/>
            <a:headEnd len="sm" w="sm" type="none"/>
            <a:tailEnd len="sm" w="sm" type="none"/>
          </a:ln>
        </p:spPr>
      </p:cxnSp>
      <p:sp>
        <p:nvSpPr>
          <p:cNvPr id="346" name="Google Shape;346;p44"/>
          <p:cNvSpPr txBox="1"/>
          <p:nvPr>
            <p:ph idx="4294967295" type="body"/>
          </p:nvPr>
        </p:nvSpPr>
        <p:spPr>
          <a:xfrm>
            <a:off x="6689271" y="3641661"/>
            <a:ext cx="2177400" cy="11538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300"/>
              <a:t>Duis aute irure dolor in reprehenderit in voluptate velit esse cillum dolore eu fugiat nulla pariatur</a:t>
            </a:r>
            <a:endParaRPr sz="13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